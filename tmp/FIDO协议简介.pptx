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58" r:id="rId4"/>
    <p:sldId id="259" r:id="rId6"/>
    <p:sldId id="261" r:id="rId7"/>
    <p:sldId id="260" r:id="rId8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38.xml"/><Relationship Id="rId8" Type="http://schemas.openxmlformats.org/officeDocument/2006/relationships/tags" Target="../tags/tag37.xml"/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51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68.xml"/><Relationship Id="rId8" Type="http://schemas.openxmlformats.org/officeDocument/2006/relationships/tags" Target="../tags/tag67.xml"/><Relationship Id="rId7" Type="http://schemas.openxmlformats.org/officeDocument/2006/relationships/tags" Target="../tags/tag66.xml"/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74.xml"/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tags" Target="../tags/tag81.xml"/><Relationship Id="rId7" Type="http://schemas.openxmlformats.org/officeDocument/2006/relationships/tags" Target="../tags/tag80.xml"/><Relationship Id="rId6" Type="http://schemas.openxmlformats.org/officeDocument/2006/relationships/tags" Target="../tags/tag79.xml"/><Relationship Id="rId5" Type="http://schemas.openxmlformats.org/officeDocument/2006/relationships/tags" Target="../tags/tag78.xml"/><Relationship Id="rId4" Type="http://schemas.openxmlformats.org/officeDocument/2006/relationships/tags" Target="../tags/tag77.xml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89.xml"/><Relationship Id="rId8" Type="http://schemas.openxmlformats.org/officeDocument/2006/relationships/tags" Target="../tags/tag88.xml"/><Relationship Id="rId7" Type="http://schemas.openxmlformats.org/officeDocument/2006/relationships/tags" Target="../tags/tag87.xml"/><Relationship Id="rId6" Type="http://schemas.openxmlformats.org/officeDocument/2006/relationships/tags" Target="../tags/tag86.xml"/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0" Type="http://schemas.openxmlformats.org/officeDocument/2006/relationships/tags" Target="../tags/tag90.xm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98.xml"/><Relationship Id="rId8" Type="http://schemas.openxmlformats.org/officeDocument/2006/relationships/tags" Target="../tags/tag97.xml"/><Relationship Id="rId7" Type="http://schemas.openxmlformats.org/officeDocument/2006/relationships/tags" Target="../tags/tag96.xml"/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0" Type="http://schemas.openxmlformats.org/officeDocument/2006/relationships/tags" Target="../tags/tag99.xm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107.xml"/><Relationship Id="rId8" Type="http://schemas.openxmlformats.org/officeDocument/2006/relationships/tags" Target="../tags/tag106.xml"/><Relationship Id="rId7" Type="http://schemas.openxmlformats.org/officeDocument/2006/relationships/tags" Target="../tags/tag105.xml"/><Relationship Id="rId6" Type="http://schemas.openxmlformats.org/officeDocument/2006/relationships/tags" Target="../tags/tag104.xml"/><Relationship Id="rId5" Type="http://schemas.openxmlformats.org/officeDocument/2006/relationships/tags" Target="../tags/tag103.xml"/><Relationship Id="rId4" Type="http://schemas.openxmlformats.org/officeDocument/2006/relationships/tags" Target="../tags/tag102.xml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15.xml"/><Relationship Id="rId8" Type="http://schemas.openxmlformats.org/officeDocument/2006/relationships/tags" Target="../tags/tag114.xml"/><Relationship Id="rId7" Type="http://schemas.openxmlformats.org/officeDocument/2006/relationships/tags" Target="../tags/tag113.xml"/><Relationship Id="rId6" Type="http://schemas.openxmlformats.org/officeDocument/2006/relationships/tags" Target="../tags/tag112.xml"/><Relationship Id="rId5" Type="http://schemas.openxmlformats.org/officeDocument/2006/relationships/tags" Target="../tags/tag111.xml"/><Relationship Id="rId4" Type="http://schemas.openxmlformats.org/officeDocument/2006/relationships/tags" Target="../tags/tag110.xml"/><Relationship Id="rId3" Type="http://schemas.openxmlformats.org/officeDocument/2006/relationships/tags" Target="../tags/tag109.xml"/><Relationship Id="rId2" Type="http://schemas.openxmlformats.org/officeDocument/2006/relationships/tags" Target="../tags/tag108.xml"/><Relationship Id="rId10" Type="http://schemas.openxmlformats.org/officeDocument/2006/relationships/tags" Target="../tags/tag116.xm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7" Type="http://schemas.openxmlformats.org/officeDocument/2006/relationships/tags" Target="../tags/tag122.xml"/><Relationship Id="rId6" Type="http://schemas.openxmlformats.org/officeDocument/2006/relationships/tags" Target="../tags/tag121.xml"/><Relationship Id="rId5" Type="http://schemas.openxmlformats.org/officeDocument/2006/relationships/tags" Target="../tags/tag120.xml"/><Relationship Id="rId4" Type="http://schemas.openxmlformats.org/officeDocument/2006/relationships/tags" Target="../tags/tag119.xml"/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74320" y="321260"/>
            <a:ext cx="11683455" cy="39305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8" name="任意形状 8"/>
          <p:cNvSpPr/>
          <p:nvPr>
            <p:custDataLst>
              <p:tags r:id="rId3"/>
            </p:custDataLst>
          </p:nvPr>
        </p:nvSpPr>
        <p:spPr>
          <a:xfrm>
            <a:off x="9490237" y="321259"/>
            <a:ext cx="2464998" cy="2403231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99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9" name="任意形状 9"/>
          <p:cNvSpPr/>
          <p:nvPr>
            <p:custDataLst>
              <p:tags r:id="rId4"/>
            </p:custDataLst>
          </p:nvPr>
        </p:nvSpPr>
        <p:spPr>
          <a:xfrm rot="10800000">
            <a:off x="261015" y="2411670"/>
            <a:ext cx="1887415" cy="184012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10" name="矩形 9"/>
          <p:cNvSpPr/>
          <p:nvPr>
            <p:custDataLst>
              <p:tags r:id="rId5"/>
            </p:custDataLst>
          </p:nvPr>
        </p:nvSpPr>
        <p:spPr>
          <a:xfrm>
            <a:off x="9471025" y="6254750"/>
            <a:ext cx="1800225" cy="762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>
            <p:custDataLst>
              <p:tags r:id="rId6"/>
            </p:custDataLst>
          </p:nvPr>
        </p:nvSpPr>
        <p:spPr>
          <a:xfrm flipV="1">
            <a:off x="750570" y="6305550"/>
            <a:ext cx="715645" cy="762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>
            <p:custDataLst>
              <p:tags r:id="rId7"/>
            </p:custDataLst>
          </p:nvPr>
        </p:nvSpPr>
        <p:spPr>
          <a:xfrm>
            <a:off x="1555115" y="6306820"/>
            <a:ext cx="88900" cy="762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>
            <p:custDataLst>
              <p:tags r:id="rId8"/>
            </p:custDataLst>
          </p:nvPr>
        </p:nvSpPr>
        <p:spPr>
          <a:xfrm>
            <a:off x="1731010" y="6306820"/>
            <a:ext cx="253365" cy="762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2"/>
            </p:custDataLst>
          </p:nvPr>
        </p:nvSpPr>
        <p:spPr>
          <a:xfrm>
            <a:off x="883644" y="809127"/>
            <a:ext cx="9144000" cy="1896745"/>
          </a:xfrm>
        </p:spPr>
        <p:txBody>
          <a:bodyPr lIns="91440" tIns="45720" rIns="91440" bIns="0" anchor="b" anchorCtr="0">
            <a:normAutofit/>
          </a:bodyPr>
          <a:lstStyle>
            <a:lvl1pPr algn="l">
              <a:defRPr sz="6600" b="1" spc="600" baseline="0">
                <a:latin typeface="Arial" panose="020B0604020202090204" pitchFamily="34" charset="0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3"/>
            </p:custDataLst>
          </p:nvPr>
        </p:nvSpPr>
        <p:spPr>
          <a:xfrm>
            <a:off x="883643" y="3017520"/>
            <a:ext cx="9144000" cy="890270"/>
          </a:xfrm>
        </p:spPr>
        <p:txBody>
          <a:bodyPr lIns="91440" tIns="0" rIns="91440" bIns="45720">
            <a:normAutofit/>
          </a:bodyPr>
          <a:lstStyle>
            <a:lvl1pPr marL="0" indent="0" algn="l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 hasCustomPrompt="1"/>
            <p:custDataLst>
              <p:tags r:id="rId14"/>
            </p:custDataLst>
          </p:nvPr>
        </p:nvSpPr>
        <p:spPr>
          <a:xfrm>
            <a:off x="883644" y="5050433"/>
            <a:ext cx="3365430" cy="579657"/>
          </a:xfrm>
        </p:spPr>
        <p:txBody>
          <a:bodyPr lIns="91440" tIns="45720" rIns="91440" bIns="45720">
            <a:normAutofit/>
          </a:bodyPr>
          <a:lstStyle>
            <a:lvl1pPr marL="0" indent="0">
              <a:buNone/>
              <a:defRPr sz="2400" baseline="0">
                <a:solidFill>
                  <a:schemeClr val="accent1"/>
                </a:solidFill>
                <a:latin typeface="Arial" panose="020B0604020202090204" pitchFamily="34" charset="0"/>
              </a:defRPr>
            </a:lvl1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90204" pitchFamily="34" charset="0"/>
                <a:ea typeface="微软雅黑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>
            <p:custDataLst>
              <p:tags r:id="rId2"/>
            </p:custDataLst>
          </p:nvPr>
        </p:nvSpPr>
        <p:spPr>
          <a:xfrm>
            <a:off x="0" y="6474460"/>
            <a:ext cx="12249150" cy="3835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4676775" y="2059757"/>
            <a:ext cx="6243774" cy="922021"/>
          </a:xfrm>
        </p:spPr>
        <p:txBody>
          <a:bodyPr lIns="91440" tIns="45720" rIns="91440" bIns="0" anchor="b" anchorCtr="0">
            <a:normAutofit/>
          </a:bodyPr>
          <a:lstStyle>
            <a:lvl1pPr>
              <a:defRPr sz="5400" u="none" strike="noStrike" kern="1200" cap="none" spc="300" normalizeH="0" baseline="0">
                <a:solidFill>
                  <a:schemeClr val="accent1"/>
                </a:solidFill>
                <a:uFillTx/>
                <a:latin typeface="Arial" panose="020B0604020202090204" pitchFamily="34" charset="0"/>
                <a:ea typeface="微软雅黑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4"/>
            </p:custDataLst>
          </p:nvPr>
        </p:nvSpPr>
        <p:spPr>
          <a:xfrm>
            <a:off x="4676775" y="3102596"/>
            <a:ext cx="6243774" cy="1401006"/>
          </a:xfrm>
        </p:spPr>
        <p:txBody>
          <a:bodyPr lIns="91440" tIns="0" rIns="91440" bIns="45720">
            <a:normAutofit/>
          </a:bodyPr>
          <a:lstStyle>
            <a:lvl1pPr marL="0" indent="0" eaLnBrk="1" fontAlgn="auto" latinLnBrk="0" hangingPunct="1"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90204" pitchFamily="34" charset="0"/>
                <a:ea typeface="微软雅黑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7628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45227" y="952508"/>
            <a:ext cx="5283242" cy="5388907"/>
          </a:xfrm>
        </p:spPr>
        <p:txBody>
          <a:bodyPr>
            <a:noAutofit/>
          </a:bodyPr>
          <a:lstStyle>
            <a:lvl1pPr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charset="-122"/>
              </a:defRPr>
            </a:lvl1pPr>
            <a:lvl2pPr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charset="-122"/>
              </a:defRPr>
            </a:lvl2pPr>
            <a:lvl3pPr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charset="-122"/>
              </a:defRPr>
            </a:lvl3pPr>
            <a:lvl4pPr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charset="-122"/>
              </a:defRPr>
            </a:lvl4pPr>
            <a:lvl5pPr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90204" pitchFamily="34" charset="0"/>
                <a:ea typeface="微软雅黑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90204" pitchFamily="34" charset="0"/>
                <a:ea typeface="微软雅黑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90204" pitchFamily="34" charset="0"/>
                <a:ea typeface="微软雅黑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90204" pitchFamily="34" charset="0"/>
                <a:ea typeface="微软雅黑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charset="-122"/>
              </a:defRPr>
            </a:lvl1pPr>
            <a:lvl2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charset="-122"/>
              </a:defRPr>
            </a:lvl2pPr>
            <a:lvl3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charset="-122"/>
              </a:defRPr>
            </a:lvl3pPr>
            <a:lvl4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charset="-122"/>
              </a:defRPr>
            </a:lvl4pPr>
            <a:lvl5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90204" pitchFamily="34" charset="0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90204" pitchFamily="34" charset="0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90204" pitchFamily="34" charset="0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90204" pitchFamily="34" charset="0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9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266065" y="313690"/>
            <a:ext cx="11683365" cy="5634990"/>
          </a:xfrm>
          <a:prstGeom prst="rect">
            <a:avLst/>
          </a:prstGeom>
          <a:solidFill>
            <a:schemeClr val="tx2"/>
          </a:solidFill>
          <a:ln w="28575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1422400" y="4064000"/>
            <a:ext cx="5283200" cy="12700"/>
          </a:xfrm>
          <a:prstGeom prst="rect">
            <a:avLst/>
          </a:prstGeom>
          <a:solidFill>
            <a:schemeClr val="accent1">
              <a:lumMod val="50000"/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任意形状 8"/>
          <p:cNvSpPr/>
          <p:nvPr>
            <p:custDataLst>
              <p:tags r:id="rId4"/>
            </p:custDataLst>
          </p:nvPr>
        </p:nvSpPr>
        <p:spPr>
          <a:xfrm>
            <a:off x="9480712" y="313004"/>
            <a:ext cx="2464998" cy="2403231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8" name="任意形状 9"/>
          <p:cNvSpPr/>
          <p:nvPr>
            <p:custDataLst>
              <p:tags r:id="rId5"/>
            </p:custDataLst>
          </p:nvPr>
        </p:nvSpPr>
        <p:spPr>
          <a:xfrm rot="10800000">
            <a:off x="261015" y="4113028"/>
            <a:ext cx="1887415" cy="184012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99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1320799" y="2376714"/>
            <a:ext cx="6653601" cy="1607337"/>
          </a:xfrm>
        </p:spPr>
        <p:txBody>
          <a:bodyPr vert="horz" lIns="91440" tIns="45720" rIns="91440" bIns="0" rtlCol="0" anchor="b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9600" b="1" i="0" u="none" strike="noStrike" kern="1200" cap="none" spc="600" normalizeH="0" baseline="0" noProof="1" dirty="0">
                <a:solidFill>
                  <a:schemeClr val="accent1"/>
                </a:solidFill>
                <a:uFillTx/>
                <a:latin typeface="Arial" panose="020B0604020202090204" pitchFamily="34" charset="0"/>
                <a:ea typeface="微软雅黑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形状 8"/>
          <p:cNvSpPr/>
          <p:nvPr>
            <p:custDataLst>
              <p:tags r:id="rId2"/>
            </p:custDataLst>
          </p:nvPr>
        </p:nvSpPr>
        <p:spPr>
          <a:xfrm>
            <a:off x="9727092" y="-51"/>
            <a:ext cx="2464998" cy="2403231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6" name="任意形状 8"/>
          <p:cNvSpPr/>
          <p:nvPr>
            <p:custDataLst>
              <p:tags r:id="rId3"/>
            </p:custDataLst>
          </p:nvPr>
        </p:nvSpPr>
        <p:spPr>
          <a:xfrm rot="10800000">
            <a:off x="0" y="5480050"/>
            <a:ext cx="1412875" cy="137795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latin typeface="Arial" panose="020B0604020202090204" pitchFamily="34" charset="0"/>
                <a:ea typeface="微软雅黑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2"/>
            </p:custDataLst>
          </p:nvPr>
        </p:nvSpPr>
        <p:spPr>
          <a:xfrm>
            <a:off x="0" y="0"/>
            <a:ext cx="1219263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>
            <p:custDataLst>
              <p:tags r:id="rId3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>
            <a:normAutofit/>
          </a:bodyPr>
          <a:lstStyle>
            <a:lvl1pPr>
              <a:defRPr sz="3200" baseline="0">
                <a:solidFill>
                  <a:schemeClr val="accent1"/>
                </a:solidFill>
                <a:latin typeface="Arial" panose="020B0604020202090204" pitchFamily="34" charset="0"/>
                <a:ea typeface="微软雅黑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sp>
        <p:nvSpPr>
          <p:cNvPr id="6" name="任意形状 8"/>
          <p:cNvSpPr/>
          <p:nvPr>
            <p:custDataLst>
              <p:tags r:id="rId3"/>
            </p:custDataLst>
          </p:nvPr>
        </p:nvSpPr>
        <p:spPr>
          <a:xfrm rot="16200000">
            <a:off x="-21591" y="25773"/>
            <a:ext cx="1741805" cy="1698625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10" name="任意形状 9"/>
          <p:cNvSpPr/>
          <p:nvPr>
            <p:custDataLst>
              <p:tags r:id="rId4"/>
            </p:custDataLst>
          </p:nvPr>
        </p:nvSpPr>
        <p:spPr>
          <a:xfrm rot="10800000">
            <a:off x="0" y="5913755"/>
            <a:ext cx="976630" cy="95250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tx2">
                  <a:lumMod val="90000"/>
                  <a:alpha val="24000"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>
            <a:normAutofit/>
          </a:bodyPr>
          <a:lstStyle>
            <a:lvl1pPr>
              <a:defRPr sz="3600" baseline="0">
                <a:solidFill>
                  <a:schemeClr val="accent1"/>
                </a:solidFill>
                <a:latin typeface="Arial" panose="020B0604020202090204" pitchFamily="34" charset="0"/>
                <a:ea typeface="微软雅黑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2663825"/>
          </a:xfrm>
          <a:prstGeom prst="rect">
            <a:avLst/>
          </a:prstGeom>
          <a:solidFill>
            <a:schemeClr val="tx2"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8" name="任意形状 9"/>
          <p:cNvSpPr/>
          <p:nvPr>
            <p:custDataLst>
              <p:tags r:id="rId3"/>
            </p:custDataLst>
          </p:nvPr>
        </p:nvSpPr>
        <p:spPr>
          <a:xfrm rot="16200000">
            <a:off x="-18383" y="15240"/>
            <a:ext cx="1243965" cy="1213485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tx2">
                  <a:lumMod val="90000"/>
                  <a:alpha val="24000"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6" name="任意形状 8"/>
          <p:cNvSpPr/>
          <p:nvPr>
            <p:custDataLst>
              <p:tags r:id="rId4"/>
            </p:custDataLst>
          </p:nvPr>
        </p:nvSpPr>
        <p:spPr>
          <a:xfrm>
            <a:off x="10344785" y="0"/>
            <a:ext cx="1847215" cy="1801495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>
            <a:normAutofit/>
          </a:bodyPr>
          <a:lstStyle>
            <a:lvl1pPr algn="ctr">
              <a:defRPr sz="3600" baseline="0">
                <a:solidFill>
                  <a:schemeClr val="accent1"/>
                </a:solidFill>
                <a:latin typeface="Arial" panose="020B0604020202090204" pitchFamily="34" charset="0"/>
                <a:ea typeface="微软雅黑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3810" y="5029201"/>
            <a:ext cx="12192000" cy="1828799"/>
          </a:xfrm>
          <a:prstGeom prst="rect">
            <a:avLst/>
          </a:prstGeom>
          <a:solidFill>
            <a:schemeClr val="tx2"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10" name="任意形状 9"/>
          <p:cNvSpPr/>
          <p:nvPr>
            <p:custDataLst>
              <p:tags r:id="rId3"/>
            </p:custDataLst>
          </p:nvPr>
        </p:nvSpPr>
        <p:spPr>
          <a:xfrm rot="10800000">
            <a:off x="3810" y="5905500"/>
            <a:ext cx="976630" cy="95250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tx2">
                  <a:lumMod val="90000"/>
                  <a:alpha val="24000"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>
            <a:normAutofit/>
          </a:bodyPr>
          <a:lstStyle>
            <a:lvl1pPr algn="ctr">
              <a:defRPr sz="3200" baseline="0">
                <a:solidFill>
                  <a:schemeClr val="accent1"/>
                </a:solidFill>
                <a:latin typeface="Arial" panose="020B0604020202090204" pitchFamily="34" charset="0"/>
                <a:ea typeface="微软雅黑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9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-3492"/>
            <a:ext cx="12192000" cy="914400"/>
          </a:xfrm>
          <a:prstGeom prst="rect">
            <a:avLst/>
          </a:prstGeom>
          <a:solidFill>
            <a:schemeClr val="tx2"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79755" y="193040"/>
            <a:ext cx="11037570" cy="521335"/>
          </a:xfrm>
        </p:spPr>
        <p:txBody>
          <a:bodyPr>
            <a:noAutofit/>
          </a:bodyPr>
          <a:lstStyle>
            <a:lvl1pPr>
              <a:defRPr sz="2800" baseline="0">
                <a:solidFill>
                  <a:schemeClr val="accent1"/>
                </a:solidFill>
                <a:latin typeface="Arial" panose="020B0604020202090204" pitchFamily="34" charset="0"/>
                <a:ea typeface="微软雅黑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9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0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>
            <a:normAutofit/>
          </a:bodyPr>
          <a:lstStyle>
            <a:lvl1pPr algn="ctr">
              <a:defRPr sz="6000" baseline="0">
                <a:solidFill>
                  <a:schemeClr val="accent1"/>
                </a:solidFill>
                <a:latin typeface="Arial" panose="020B0604020202090204" pitchFamily="34" charset="0"/>
                <a:ea typeface="微软雅黑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6" Type="http://schemas.openxmlformats.org/officeDocument/2006/relationships/theme" Target="../theme/theme1.xml"/><Relationship Id="rId25" Type="http://schemas.openxmlformats.org/officeDocument/2006/relationships/tags" Target="../tags/tag128.xml"/><Relationship Id="rId24" Type="http://schemas.openxmlformats.org/officeDocument/2006/relationships/tags" Target="../tags/tag127.xml"/><Relationship Id="rId23" Type="http://schemas.openxmlformats.org/officeDocument/2006/relationships/tags" Target="../tags/tag126.xml"/><Relationship Id="rId22" Type="http://schemas.openxmlformats.org/officeDocument/2006/relationships/tags" Target="../tags/tag125.xml"/><Relationship Id="rId21" Type="http://schemas.openxmlformats.org/officeDocument/2006/relationships/tags" Target="../tags/tag124.xml"/><Relationship Id="rId20" Type="http://schemas.openxmlformats.org/officeDocument/2006/relationships/tags" Target="../tags/tag123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69882" y="952508"/>
            <a:ext cx="10852237" cy="5388907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 baseline="0">
          <a:solidFill>
            <a:schemeClr val="accent1"/>
          </a:solidFill>
          <a:uFillTx/>
          <a:latin typeface="Arial" panose="020B0604020202090204" pitchFamily="34" charset="0"/>
          <a:ea typeface="微软雅黑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90204" pitchFamily="34" charset="0"/>
          <a:ea typeface="微软雅黑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90204" pitchFamily="34" charset="0"/>
          <a:ea typeface="微软雅黑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90204" pitchFamily="34" charset="0"/>
          <a:ea typeface="微软雅黑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90204" pitchFamily="34" charset="0"/>
          <a:ea typeface="微软雅黑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90204" pitchFamily="34" charset="0"/>
          <a:ea typeface="微软雅黑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9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38.xml"/><Relationship Id="rId8" Type="http://schemas.openxmlformats.org/officeDocument/2006/relationships/tags" Target="../tags/tag137.xml"/><Relationship Id="rId7" Type="http://schemas.openxmlformats.org/officeDocument/2006/relationships/tags" Target="../tags/tag136.xml"/><Relationship Id="rId6" Type="http://schemas.openxmlformats.org/officeDocument/2006/relationships/tags" Target="../tags/tag135.xml"/><Relationship Id="rId5" Type="http://schemas.openxmlformats.org/officeDocument/2006/relationships/tags" Target="../tags/tag134.xml"/><Relationship Id="rId4" Type="http://schemas.openxmlformats.org/officeDocument/2006/relationships/tags" Target="../tags/tag133.xml"/><Relationship Id="rId3" Type="http://schemas.openxmlformats.org/officeDocument/2006/relationships/tags" Target="../tags/tag132.xml"/><Relationship Id="rId2" Type="http://schemas.openxmlformats.org/officeDocument/2006/relationships/tags" Target="../tags/tag131.xml"/><Relationship Id="rId14" Type="http://schemas.openxmlformats.org/officeDocument/2006/relationships/notesSlide" Target="../notesSlides/notesSlide1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141.xml"/><Relationship Id="rId11" Type="http://schemas.openxmlformats.org/officeDocument/2006/relationships/tags" Target="../tags/tag140.xml"/><Relationship Id="rId10" Type="http://schemas.openxmlformats.org/officeDocument/2006/relationships/tags" Target="../tags/tag139.xml"/><Relationship Id="rId1" Type="http://schemas.openxmlformats.org/officeDocument/2006/relationships/tags" Target="../tags/tag13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143.xml"/><Relationship Id="rId1" Type="http://schemas.openxmlformats.org/officeDocument/2006/relationships/tags" Target="../tags/tag14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145.xml"/><Relationship Id="rId1" Type="http://schemas.openxmlformats.org/officeDocument/2006/relationships/tags" Target="../tags/tag14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147.xml"/><Relationship Id="rId1" Type="http://schemas.openxmlformats.org/officeDocument/2006/relationships/tags" Target="../tags/tag1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标题 6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/>
              <a:t>FIDO</a:t>
            </a:r>
            <a:r>
              <a:rPr lang="zh-CN" altLang="en-US"/>
              <a:t>协议简介</a:t>
            </a:r>
            <a:endParaRPr lang="zh-CN" altLang="en-US"/>
          </a:p>
        </p:txBody>
      </p:sp>
      <p:sp>
        <p:nvSpPr>
          <p:cNvPr id="8" name="副标题 7"/>
          <p:cNvSpPr>
            <a:spLocks noGrp="1"/>
          </p:cNvSpPr>
          <p:nvPr>
            <p:ph type="subTitle" idx="1"/>
          </p:nvPr>
        </p:nvSpPr>
        <p:spPr>
          <a:xfrm>
            <a:off x="7826375" y="3017520"/>
            <a:ext cx="2201545" cy="890270"/>
          </a:xfrm>
        </p:spPr>
        <p:txBody>
          <a:bodyPr/>
          <a:p>
            <a:r>
              <a:rPr lang="zh-CN" altLang="en-US"/>
              <a:t>干掉密码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/>
          </p:nvPr>
        </p:nvSpPr>
        <p:spPr/>
        <p:txBody>
          <a:bodyPr/>
          <a:p>
            <a:r>
              <a:rPr lang="en-US" altLang="zh-CN"/>
              <a:t>2022.8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0" y="0"/>
            <a:ext cx="12192635" cy="110871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highlight>
                <a:srgbClr val="1171F1"/>
              </a:highlight>
              <a:latin typeface="Arial" panose="020B0604020202090204" pitchFamily="34" charset="0"/>
              <a:ea typeface="微软雅黑" charset="-122"/>
              <a:sym typeface="Arial" panose="020B0604020202090204" pitchFamily="34" charset="0"/>
            </a:endParaRPr>
          </a:p>
        </p:txBody>
      </p:sp>
      <p:sp>
        <p:nvSpPr>
          <p:cNvPr id="225" name="文本框 224"/>
          <p:cNvSpPr txBox="1"/>
          <p:nvPr>
            <p:custDataLst>
              <p:tags r:id="rId2"/>
            </p:custDataLst>
          </p:nvPr>
        </p:nvSpPr>
        <p:spPr>
          <a:xfrm>
            <a:off x="3410584" y="2869565"/>
            <a:ext cx="3240000" cy="96329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just">
              <a:lnSpc>
                <a:spcPct val="150000"/>
              </a:lnSpc>
              <a:spcAft>
                <a:spcPts val="2000"/>
              </a:spcAft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charset="-122"/>
                <a:sym typeface="Arial" panose="020B0604020202090204" pitchFamily="34" charset="0"/>
              </a:rPr>
              <a:t>密码的缺陷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90204" pitchFamily="34" charset="0"/>
              <a:ea typeface="微软雅黑" charset="-122"/>
              <a:sym typeface="Arial" panose="020B0604020202090204" pitchFamily="34" charset="0"/>
            </a:endParaRPr>
          </a:p>
        </p:txBody>
      </p:sp>
      <p:sp>
        <p:nvSpPr>
          <p:cNvPr id="222" name="文本框 221"/>
          <p:cNvSpPr txBox="1"/>
          <p:nvPr>
            <p:custDataLst>
              <p:tags r:id="rId3"/>
            </p:custDataLst>
          </p:nvPr>
        </p:nvSpPr>
        <p:spPr>
          <a:xfrm>
            <a:off x="3414085" y="1952083"/>
            <a:ext cx="815340" cy="76835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altLang="zh-CN" sz="4400" b="1" dirty="0">
                <a:solidFill>
                  <a:schemeClr val="accent1"/>
                </a:solidFill>
                <a:latin typeface="Arial" panose="020B0604020202090204" pitchFamily="34" charset="0"/>
                <a:ea typeface="微软雅黑" charset="-122"/>
                <a:sym typeface="Arial" panose="020B0604020202090204" pitchFamily="34" charset="0"/>
              </a:rPr>
              <a:t>01</a:t>
            </a:r>
            <a:endParaRPr lang="en-US" altLang="zh-CN" sz="4400" b="1" dirty="0">
              <a:solidFill>
                <a:schemeClr val="accent1"/>
              </a:solidFill>
              <a:latin typeface="Arial" panose="020B0604020202090204" pitchFamily="34" charset="0"/>
              <a:ea typeface="微软雅黑" charset="-122"/>
              <a:sym typeface="Arial" panose="020B0604020202090204" pitchFamily="34" charset="0"/>
            </a:endParaRPr>
          </a:p>
        </p:txBody>
      </p:sp>
      <p:cxnSp>
        <p:nvCxnSpPr>
          <p:cNvPr id="18" name="直接连接符 17"/>
          <p:cNvCxnSpPr/>
          <p:nvPr>
            <p:custDataLst>
              <p:tags r:id="rId4"/>
            </p:custDataLst>
          </p:nvPr>
        </p:nvCxnSpPr>
        <p:spPr>
          <a:xfrm rot="10800000">
            <a:off x="3537910" y="2702653"/>
            <a:ext cx="1080135" cy="63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>
            <p:custDataLst>
              <p:tags r:id="rId5"/>
            </p:custDataLst>
          </p:nvPr>
        </p:nvSpPr>
        <p:spPr>
          <a:xfrm>
            <a:off x="3411854" y="4948555"/>
            <a:ext cx="3240000" cy="99695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just">
              <a:lnSpc>
                <a:spcPct val="150000"/>
              </a:lnSpc>
              <a:spcAft>
                <a:spcPts val="2000"/>
              </a:spcAft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charset="-122"/>
                <a:sym typeface="Arial" panose="020B0604020202090204" pitchFamily="34" charset="0"/>
              </a:rPr>
              <a:t>FIDO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charset="-122"/>
                <a:sym typeface="Arial" panose="020B0604020202090204" pitchFamily="34" charset="0"/>
              </a:rPr>
              <a:t>原理介绍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90204" pitchFamily="34" charset="0"/>
              <a:ea typeface="微软雅黑" charset="-122"/>
              <a:sym typeface="Arial" panose="020B0604020202090204" pitchFamily="34" charset="0"/>
            </a:endParaRPr>
          </a:p>
        </p:txBody>
      </p:sp>
      <p:sp>
        <p:nvSpPr>
          <p:cNvPr id="118" name="文本框 117"/>
          <p:cNvSpPr txBox="1"/>
          <p:nvPr>
            <p:custDataLst>
              <p:tags r:id="rId6"/>
            </p:custDataLst>
          </p:nvPr>
        </p:nvSpPr>
        <p:spPr>
          <a:xfrm>
            <a:off x="3421705" y="4040971"/>
            <a:ext cx="815340" cy="76835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altLang="zh-CN" sz="4400" b="1">
                <a:solidFill>
                  <a:schemeClr val="accent1"/>
                </a:solidFill>
                <a:latin typeface="Arial" panose="020B0604020202090204" pitchFamily="34" charset="0"/>
                <a:ea typeface="微软雅黑" charset="-122"/>
                <a:sym typeface="Arial" panose="020B0604020202090204" pitchFamily="34" charset="0"/>
              </a:rPr>
              <a:t>02</a:t>
            </a:r>
            <a:endParaRPr lang="en-US" altLang="zh-CN" sz="4400" b="1">
              <a:solidFill>
                <a:schemeClr val="accent1"/>
              </a:solidFill>
              <a:latin typeface="Arial" panose="020B0604020202090204" pitchFamily="34" charset="0"/>
              <a:ea typeface="微软雅黑" charset="-122"/>
              <a:sym typeface="Arial" panose="020B0604020202090204" pitchFamily="34" charset="0"/>
            </a:endParaRPr>
          </a:p>
        </p:txBody>
      </p:sp>
      <p:cxnSp>
        <p:nvCxnSpPr>
          <p:cNvPr id="119" name="直接连接符 118"/>
          <p:cNvCxnSpPr/>
          <p:nvPr>
            <p:custDataLst>
              <p:tags r:id="rId7"/>
            </p:custDataLst>
          </p:nvPr>
        </p:nvCxnSpPr>
        <p:spPr>
          <a:xfrm rot="10800000">
            <a:off x="3545530" y="4784556"/>
            <a:ext cx="1080135" cy="63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文本框 124"/>
          <p:cNvSpPr txBox="1"/>
          <p:nvPr>
            <p:custDataLst>
              <p:tags r:id="rId8"/>
            </p:custDataLst>
          </p:nvPr>
        </p:nvSpPr>
        <p:spPr>
          <a:xfrm>
            <a:off x="7539354" y="2869565"/>
            <a:ext cx="3240000" cy="96329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just">
              <a:lnSpc>
                <a:spcPct val="150000"/>
              </a:lnSpc>
              <a:spcAft>
                <a:spcPts val="2000"/>
              </a:spcAft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charset="-122"/>
                <a:sym typeface="Arial" panose="020B0604020202090204" pitchFamily="34" charset="0"/>
              </a:rPr>
              <a:t>FIDO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charset="-122"/>
                <a:sym typeface="Arial" panose="020B0604020202090204" pitchFamily="34" charset="0"/>
              </a:rPr>
              <a:t>的优点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90204" pitchFamily="34" charset="0"/>
              <a:ea typeface="微软雅黑" charset="-122"/>
              <a:sym typeface="Arial" panose="020B0604020202090204" pitchFamily="34" charset="0"/>
            </a:endParaRPr>
          </a:p>
        </p:txBody>
      </p:sp>
      <p:sp>
        <p:nvSpPr>
          <p:cNvPr id="126" name="文本框 125"/>
          <p:cNvSpPr txBox="1"/>
          <p:nvPr>
            <p:custDataLst>
              <p:tags r:id="rId9"/>
            </p:custDataLst>
          </p:nvPr>
        </p:nvSpPr>
        <p:spPr>
          <a:xfrm>
            <a:off x="7542855" y="1961608"/>
            <a:ext cx="815340" cy="76835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altLang="zh-CN" sz="4400" b="1" dirty="0">
                <a:solidFill>
                  <a:schemeClr val="accent1"/>
                </a:solidFill>
                <a:latin typeface="Arial" panose="020B0604020202090204" pitchFamily="34" charset="0"/>
                <a:ea typeface="微软雅黑" charset="-122"/>
                <a:sym typeface="Arial" panose="020B0604020202090204" pitchFamily="34" charset="0"/>
              </a:rPr>
              <a:t>03</a:t>
            </a:r>
            <a:endParaRPr lang="en-US" altLang="zh-CN" sz="4400" b="1" dirty="0">
              <a:solidFill>
                <a:schemeClr val="accent1"/>
              </a:solidFill>
              <a:latin typeface="Arial" panose="020B0604020202090204" pitchFamily="34" charset="0"/>
              <a:ea typeface="微软雅黑" charset="-122"/>
              <a:sym typeface="Arial" panose="020B0604020202090204" pitchFamily="34" charset="0"/>
            </a:endParaRPr>
          </a:p>
        </p:txBody>
      </p:sp>
      <p:cxnSp>
        <p:nvCxnSpPr>
          <p:cNvPr id="127" name="直接连接符 126"/>
          <p:cNvCxnSpPr/>
          <p:nvPr>
            <p:custDataLst>
              <p:tags r:id="rId10"/>
            </p:custDataLst>
          </p:nvPr>
        </p:nvCxnSpPr>
        <p:spPr>
          <a:xfrm rot="10800000">
            <a:off x="7666680" y="2702653"/>
            <a:ext cx="1080135" cy="63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>
            <p:custDataLst>
              <p:tags r:id="rId11"/>
            </p:custDataLst>
          </p:nvPr>
        </p:nvSpPr>
        <p:spPr>
          <a:xfrm>
            <a:off x="755650" y="696595"/>
            <a:ext cx="1880235" cy="6953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rtlCol="0" anchor="ctr" anchorCtr="1">
            <a:normAutofit/>
          </a:bodyPr>
          <a:lstStyle/>
          <a:p>
            <a:pPr algn="ctr"/>
            <a:r>
              <a:rPr lang="zh-CN" altLang="en-US" sz="3200" b="1" spc="800" dirty="0">
                <a:ln>
                  <a:noFill/>
                </a:ln>
                <a:solidFill>
                  <a:schemeClr val="bg1"/>
                </a:solidFill>
                <a:uFillTx/>
                <a:latin typeface="Arial" panose="020B0604020202090204" pitchFamily="34" charset="0"/>
                <a:ea typeface="微软雅黑" charset="-122"/>
                <a:cs typeface="+mj-lt"/>
                <a:sym typeface="Arial" panose="020B0604020202090204" pitchFamily="34" charset="0"/>
              </a:rPr>
              <a:t>目录</a:t>
            </a:r>
            <a:endParaRPr lang="zh-CN" altLang="en-US" sz="3200" b="1" spc="800" dirty="0">
              <a:ln>
                <a:noFill/>
              </a:ln>
              <a:solidFill>
                <a:schemeClr val="bg1"/>
              </a:solidFill>
              <a:uFillTx/>
              <a:latin typeface="Arial" panose="020B0604020202090204" pitchFamily="34" charset="0"/>
              <a:ea typeface="微软雅黑" charset="-122"/>
              <a:cs typeface="+mj-lt"/>
              <a:sym typeface="Arial" panose="020B0604020202090204" pitchFamily="34" charset="0"/>
            </a:endParaRPr>
          </a:p>
        </p:txBody>
      </p:sp>
    </p:spTree>
    <p:custDataLst>
      <p:tags r:id="rId1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标题 15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一</a:t>
            </a:r>
            <a:r>
              <a:rPr lang="en-US" altLang="zh-CN"/>
              <a:t>. </a:t>
            </a:r>
            <a:r>
              <a:rPr lang="zh-CN" altLang="en-US"/>
              <a:t>密码的缺陷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标题 15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三</a:t>
            </a:r>
            <a:r>
              <a:rPr lang="en-US" altLang="zh-CN"/>
              <a:t>. FIDO</a:t>
            </a:r>
            <a:r>
              <a:rPr lang="zh-CN" altLang="en-US"/>
              <a:t>的优势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altLang="zh-CN"/>
              <a:t>THANKS</a:t>
            </a:r>
            <a:endParaRPr lang="en-US" altLang="zh-CN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7"/>
  <p:tag name="KSO_WM_UNIT_LAYERLEVEL" val="1"/>
  <p:tag name="KSO_WM_TAG_VERSION" val="1.0"/>
  <p:tag name="KSO_WM_BEAUTIFY_FLAG" val="#wm#"/>
  <p:tag name="KSO_WM_UNIT_TYPE" val="y"/>
  <p:tag name="KSO_WM_UNIT_INDEX" val="7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1"/>
  <p:tag name="KSO_WM_UNIT_LAYERLEVEL" val="1"/>
  <p:tag name="KSO_WM_TAG_VERSION" val="1.0"/>
  <p:tag name="KSO_WM_BEAUTIFY_FLAG" val="#wm#"/>
  <p:tag name="KSO_WM_UNIT_TYPE" val="y"/>
  <p:tag name="KSO_WM_UNIT_INDEX" val="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2"/>
  <p:tag name="KSO_WM_UNIT_LAYERLEVEL" val="1"/>
  <p:tag name="KSO_WM_TAG_VERSION" val="1.0"/>
  <p:tag name="KSO_WM_BEAUTIFY_FLAG" val="#wm#"/>
  <p:tag name="KSO_WM_UNIT_TYPE" val="y"/>
  <p:tag name="KSO_WM_UNIT_INDEX" val="2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3"/>
  <p:tag name="KSO_WM_UNIT_LAYERLEVEL" val="1"/>
  <p:tag name="KSO_WM_TAG_VERSION" val="1.0"/>
  <p:tag name="KSO_WM_BEAUTIFY_FLAG" val="#wm#"/>
  <p:tag name="KSO_WM_UNIT_TYPE" val="y"/>
  <p:tag name="KSO_WM_UNIT_INDEX" val="3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4"/>
  <p:tag name="KSO_WM_UNIT_LAYERLEVEL" val="1"/>
  <p:tag name="KSO_WM_TAG_VERSION" val="1.0"/>
  <p:tag name="KSO_WM_BEAUTIFY_FLAG" val="#wm#"/>
  <p:tag name="KSO_WM_UNIT_TYPE" val="y"/>
  <p:tag name="KSO_WM_UNIT_INDEX" val="4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5"/>
  <p:tag name="KSO_WM_UNIT_LAYERLEVEL" val="1"/>
  <p:tag name="KSO_WM_TAG_VERSION" val="1.0"/>
  <p:tag name="KSO_WM_BEAUTIFY_FLAG" val="#wm#"/>
  <p:tag name="KSO_WM_UNIT_TYPE" val="y"/>
  <p:tag name="KSO_WM_UNIT_INDEX" val="5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6"/>
  <p:tag name="KSO_WM_UNIT_LAYERLEVEL" val="1"/>
  <p:tag name="KSO_WM_TAG_VERSION" val="1.0"/>
  <p:tag name="KSO_WM_BEAUTIFY_FLAG" val="#wm#"/>
  <p:tag name="KSO_WM_UNIT_TYPE" val="y"/>
  <p:tag name="KSO_WM_UNIT_INDEX" val="6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  <p:tag name="KSO_WM_UNIT_BK_DARK_LIGHT" val="2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3*i*1"/>
  <p:tag name="KSO_WM_UNIT_LAYERLEVEL" val="1"/>
  <p:tag name="KSO_WM_TAG_VERSION" val="1.0"/>
  <p:tag name="KSO_WM_BEAUTIFY_FLAG" val="#wm#"/>
  <p:tag name="KSO_WM_UNIT_SUBTYPE" val="h"/>
  <p:tag name="KSO_WM_SLIDE_BACKGROUND_TYPE" val="frame"/>
  <p:tag name="KSO_WM_SLIDE_BK_DARK_LIGHT" val="2"/>
  <p:tag name="KSO_WM_UNIT_BK_DARK_LIGHT" val="2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leftRight"/>
  <p:tag name="KSO_WM_SLIDE_BK_DARK_LIGHT" val="2"/>
  <p:tag name="KSO_WM_UNIT_BK_DARK_LIGHT" val="2"/>
</p:tagLst>
</file>

<file path=ppt/tags/tag83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topBottom"/>
  <p:tag name="KSO_WM_SLIDE_BK_DARK_LIGHT" val="2"/>
  <p:tag name="KSO_WM_UNIT_BK_DARK_LIGHT" val="2"/>
</p:tagLst>
</file>

<file path=ppt/tags/tag92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ottomTop"/>
  <p:tag name="KSO_WM_SLIDE_BK_DARK_LIGHT" val="2"/>
  <p:tag name="KSO_WM_UNIT_BK_DARK_LIGHT" val="2"/>
</p:tagLst>
</file>

<file path=ppt/tags/tag10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elt"/>
  <p:tag name="KSO_WM_SLIDE_BK_DARK_LIGHT" val="2"/>
  <p:tag name="KSO_WM_UNIT_BK_DARK_LIGHT" val="2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6915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6915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TEMPLATE_SUBCATEGORY" val="0"/>
  <p:tag name="KSO_WM_TEMPLATE_MASTER_TYPE" val="1"/>
  <p:tag name="KSO_WM_TEMPLATE_COLOR_TYPE" val="1"/>
  <p:tag name="KSO_WM_TAG_VERSION" val="1.0"/>
  <p:tag name="KSO_WM_BEAUTIFY_FLAG" val="#wm#"/>
  <p:tag name="KSO_WM_TEMPLATE_CATEGORY" val="custom"/>
  <p:tag name="KSO_WM_TEMPLATE_INDEX" val="20206915"/>
  <p:tag name="KSO_WM_TEMPLATE_MASTER_THUMB_INDEX" val="12"/>
  <p:tag name="KSO_WM_TEMPLATE_THUMBS_INDEX" val="1、4、7、8、10、11、12、13、15"/>
</p:tagLst>
</file>

<file path=ppt/tags/tag129.xml><?xml version="1.0" encoding="utf-8"?>
<p:tagLst xmlns:p="http://schemas.openxmlformats.org/presentationml/2006/main">
  <p:tag name="KSO_WM_TEMPLATE_CATEGORY" val="custom"/>
  <p:tag name="KSO_WM_TEMPLATE_INDEX" val="20206915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06915_3*i*1"/>
  <p:tag name="KSO_WM_TEMPLATE_CATEGORY" val="custom"/>
  <p:tag name="KSO_WM_TEMPLATE_INDEX" val="20206915"/>
  <p:tag name="KSO_WM_UNIT_LAYERLEVEL" val="1"/>
  <p:tag name="KSO_WM_TAG_VERSION" val="1.0"/>
  <p:tag name="KSO_WM_BEAUTIFY_FLAG" val="#wm#"/>
  <p:tag name="KSO_WM_UNIT_FILL_FORE_SCHEMECOLOR_INDEX" val="1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31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custom20206915_3*l_h_f*1_1_1"/>
  <p:tag name="KSO_WM_TEMPLATE_CATEGORY" val="custom"/>
  <p:tag name="KSO_WM_TEMPLATE_INDEX" val="20206915"/>
  <p:tag name="KSO_WM_UNIT_LAYERLEVEL" val="1_1_1"/>
  <p:tag name="KSO_WM_TAG_VERSION" val="1.0"/>
  <p:tag name="KSO_WM_BEAUTIFY_FLAG" val="#wm#"/>
  <p:tag name="KSO_WM_UNIT_PRESET_TEXT" val="请言简意赅的阐述您的观点。"/>
  <p:tag name="KSO_WM_UNIT_TEXT_FILL_FORE_SCHEMECOLOR_INDEX" val="13"/>
  <p:tag name="KSO_WM_UNIT_TEXT_FILL_TYPE" val="1"/>
  <p:tag name="KSO_WM_UNIT_USESOURCEFORMAT_APPLY" val="1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custom20206915_3*l_h_i*1_1_1"/>
  <p:tag name="KSO_WM_TEMPLATE_CATEGORY" val="custom"/>
  <p:tag name="KSO_WM_TEMPLATE_INDEX" val="20206915"/>
  <p:tag name="KSO_WM_UNIT_LAYERLEVEL" val="1_1_1"/>
  <p:tag name="KSO_WM_TAG_VERSION" val="1.0"/>
  <p:tag name="KSO_WM_BEAUTIFY_FLAG" val="#wm#"/>
  <p:tag name="KSO_WM_UNIT_TEXT_FILL_FORE_SCHEMECOLOR_INDEX" val="5"/>
  <p:tag name="KSO_WM_UNIT_TEXT_FILL_TYPE" val="1"/>
  <p:tag name="KSO_WM_UNIT_USESOURCEFORMAT_APPLY" val="1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custom20206915_3*l_h_i*1_1_2"/>
  <p:tag name="KSO_WM_TEMPLATE_CATEGORY" val="custom"/>
  <p:tag name="KSO_WM_TEMPLATE_INDEX" val="20206915"/>
  <p:tag name="KSO_WM_UNIT_LAYERLEVEL" val="1_1_1"/>
  <p:tag name="KSO_WM_TAG_VERSION" val="1.0"/>
  <p:tag name="KSO_WM_BEAUTIFY_FLAG" val="#wm#"/>
  <p:tag name="KSO_WM_UNIT_LINE_FORE_SCHEMECOLOR_INDEX" val="14"/>
  <p:tag name="KSO_WM_UNIT_LINE_FILL_TYPE" val="2"/>
  <p:tag name="KSO_WM_UNIT_USESOURCEFORMAT_APPLY" val="1"/>
</p:tagLst>
</file>

<file path=ppt/tags/tag134.xml><?xml version="1.0" encoding="utf-8"?>
<p:tagLst xmlns:p="http://schemas.openxmlformats.org/presentationml/2006/main">
  <p:tag name="KSO_WM_UNIT_SUBTYPE" val="a"/>
  <p:tag name="KSO_WM_UNIT_NOCLEAR" val="0"/>
  <p:tag name="KSO_WM_UNIT_VALUE" val="2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custom20206915_3*l_h_f*1_2_1"/>
  <p:tag name="KSO_WM_TEMPLATE_CATEGORY" val="custom"/>
  <p:tag name="KSO_WM_TEMPLATE_INDEX" val="20206915"/>
  <p:tag name="KSO_WM_UNIT_LAYERLEVEL" val="1_1_1"/>
  <p:tag name="KSO_WM_TAG_VERSION" val="1.0"/>
  <p:tag name="KSO_WM_BEAUTIFY_FLAG" val="#wm#"/>
  <p:tag name="KSO_WM_UNIT_PRESET_TEXT" val="请言简意赅的阐述您的观点。"/>
  <p:tag name="KSO_WM_UNIT_TEXT_FILL_FORE_SCHEMECOLOR_INDEX" val="13"/>
  <p:tag name="KSO_WM_UNIT_TEXT_FILL_TYPE" val="1"/>
  <p:tag name="KSO_WM_UNIT_USESOURCEFORMAT_APPLY" val="1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custom20206915_3*l_h_i*1_2_1"/>
  <p:tag name="KSO_WM_TEMPLATE_CATEGORY" val="custom"/>
  <p:tag name="KSO_WM_TEMPLATE_INDEX" val="20206915"/>
  <p:tag name="KSO_WM_UNIT_LAYERLEVEL" val="1_1_1"/>
  <p:tag name="KSO_WM_TAG_VERSION" val="1.0"/>
  <p:tag name="KSO_WM_BEAUTIFY_FLAG" val="#wm#"/>
  <p:tag name="KSO_WM_UNIT_TEXT_FILL_FORE_SCHEMECOLOR_INDEX" val="5"/>
  <p:tag name="KSO_WM_UNIT_TEXT_FILL_TYPE" val="1"/>
  <p:tag name="KSO_WM_UNIT_USESOURCEFORMAT_APPLY" val="1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custom20206915_3*l_h_i*1_2_2"/>
  <p:tag name="KSO_WM_TEMPLATE_CATEGORY" val="custom"/>
  <p:tag name="KSO_WM_TEMPLATE_INDEX" val="20206915"/>
  <p:tag name="KSO_WM_UNIT_LAYERLEVEL" val="1_1_1"/>
  <p:tag name="KSO_WM_TAG_VERSION" val="1.0"/>
  <p:tag name="KSO_WM_BEAUTIFY_FLAG" val="#wm#"/>
  <p:tag name="KSO_WM_UNIT_LINE_FORE_SCHEMECOLOR_INDEX" val="14"/>
  <p:tag name="KSO_WM_UNIT_LINE_FILL_TYPE" val="2"/>
  <p:tag name="KSO_WM_UNIT_USESOURCEFORMAT_APPLY" val="1"/>
</p:tagLst>
</file>

<file path=ppt/tags/tag137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custom20206915_3*l_h_f*1_3_1"/>
  <p:tag name="KSO_WM_TEMPLATE_CATEGORY" val="custom"/>
  <p:tag name="KSO_WM_TEMPLATE_INDEX" val="20206915"/>
  <p:tag name="KSO_WM_UNIT_LAYERLEVEL" val="1_1_1"/>
  <p:tag name="KSO_WM_TAG_VERSION" val="1.0"/>
  <p:tag name="KSO_WM_BEAUTIFY_FLAG" val="#wm#"/>
  <p:tag name="KSO_WM_UNIT_PRESET_TEXT" val="请言简意赅的阐述您的观点。"/>
  <p:tag name="KSO_WM_UNIT_TEXT_FILL_FORE_SCHEMECOLOR_INDEX" val="13"/>
  <p:tag name="KSO_WM_UNIT_TEXT_FILL_TYPE" val="1"/>
  <p:tag name="KSO_WM_UNIT_USESOURCEFORMAT_APPLY" val="1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custom20206915_3*l_h_i*1_3_1"/>
  <p:tag name="KSO_WM_TEMPLATE_CATEGORY" val="custom"/>
  <p:tag name="KSO_WM_TEMPLATE_INDEX" val="20206915"/>
  <p:tag name="KSO_WM_UNIT_LAYERLEVEL" val="1_1_1"/>
  <p:tag name="KSO_WM_TAG_VERSION" val="1.0"/>
  <p:tag name="KSO_WM_BEAUTIFY_FLAG" val="#wm#"/>
  <p:tag name="KSO_WM_UNIT_TEXT_FILL_FORE_SCHEMECOLOR_INDEX" val="5"/>
  <p:tag name="KSO_WM_UNIT_TEXT_FILL_TYPE" val="1"/>
  <p:tag name="KSO_WM_UNIT_USESOURCEFORMAT_APPLY" val="1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custom20206915_3*l_h_i*1_3_2"/>
  <p:tag name="KSO_WM_TEMPLATE_CATEGORY" val="custom"/>
  <p:tag name="KSO_WM_TEMPLATE_INDEX" val="20206915"/>
  <p:tag name="KSO_WM_UNIT_LAYERLEVEL" val="1_1_1"/>
  <p:tag name="KSO_WM_TAG_VERSION" val="1.0"/>
  <p:tag name="KSO_WM_BEAUTIFY_FLAG" val="#wm#"/>
  <p:tag name="KSO_WM_UNIT_LINE_FORE_SCHEMECOLOR_INDEX" val="14"/>
  <p:tag name="KSO_WM_UNIT_LINE_FILL_TYPE" val="2"/>
  <p:tag name="KSO_WM_UNIT_USESOURCEFORMAT_APPLY" val="1"/>
</p:tagLst>
</file>

<file path=ppt/tags/tag140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06915_3*a*1"/>
  <p:tag name="KSO_WM_TEMPLATE_CATEGORY" val="custom"/>
  <p:tag name="KSO_WM_TEMPLATE_INDEX" val="20206915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141.xml><?xml version="1.0" encoding="utf-8"?>
<p:tagLst xmlns:p="http://schemas.openxmlformats.org/presentationml/2006/main">
  <p:tag name="KSO_WM_BEAUTIFY_FLAG" val="#wm#"/>
  <p:tag name="KSO_WM_TEMPLATE_CATEGORY" val="custom"/>
  <p:tag name="KSO_WM_TEMPLATE_INDEX" val="20206915"/>
  <p:tag name="KSO_WM_SLIDE_ID" val="custom20206915_3"/>
  <p:tag name="KSO_WM_TEMPLATE_SUBCATEGORY" val="0"/>
  <p:tag name="KSO_WM_TEMPLATE_MASTER_TYPE" val="1"/>
  <p:tag name="KSO_WM_TEMPLATE_COLOR_TYPE" val="1"/>
  <p:tag name="KSO_WM_SLIDE_TYPE" val="contents"/>
  <p:tag name="KSO_WM_SLIDE_SUBTYPE" val="diag"/>
  <p:tag name="KSO_WM_SLIDE_ITEM_CNT" val="3"/>
  <p:tag name="KSO_WM_SLIDE_INDEX" val="3"/>
  <p:tag name="KSO_WM_DIAGRAM_GROUP_CODE" val="l1-1"/>
  <p:tag name="KSO_WM_SLIDE_DIAGTYPE" val="l"/>
  <p:tag name="KSO_WM_TAG_VERSION" val="1.0"/>
  <p:tag name="KSO_WM_SLIDE_LAYOUT" val="a_l"/>
  <p:tag name="KSO_WM_SLIDE_LAYOUT_CNT" val="1_1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6915_13*a*1"/>
  <p:tag name="KSO_WM_TEMPLATE_CATEGORY" val="custom"/>
  <p:tag name="KSO_WM_TEMPLATE_INDEX" val="20206915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VALUE" val="42"/>
  <p:tag name="KSO_WM_UNIT_TYPE" val="a"/>
  <p:tag name="KSO_WM_UNIT_INDEX" val="1"/>
  <p:tag name="KSO_WM_UNIT_PRESET_TEXT" val="单击此处添加标题"/>
</p:tagLst>
</file>

<file path=ppt/tags/tag143.xml><?xml version="1.0" encoding="utf-8"?>
<p:tagLst xmlns:p="http://schemas.openxmlformats.org/presentationml/2006/main">
  <p:tag name="KSO_WM_SLIDE_ID" val="custom20206915_13"/>
  <p:tag name="KSO_WM_TEMPLATE_SUBCATEGORY" val="0"/>
  <p:tag name="KSO_WM_TEMPLATE_MASTER_TYPE" val="1"/>
  <p:tag name="KSO_WM_TEMPLATE_COLOR_TYPE" val="1"/>
  <p:tag name="KSO_WM_SLIDE_ITEM_CNT" val="0"/>
  <p:tag name="KSO_WM_SLIDE_INDEX" val="13"/>
  <p:tag name="KSO_WM_TAG_VERSION" val="1.0"/>
  <p:tag name="KSO_WM_BEAUTIFY_FLAG" val="#wm#"/>
  <p:tag name="KSO_WM_TEMPLATE_CATEGORY" val="custom"/>
  <p:tag name="KSO_WM_TEMPLATE_INDEX" val="20206915"/>
  <p:tag name="KSO_WM_SLIDE_TYPE" val="text"/>
  <p:tag name="KSO_WM_SLIDE_SUBTYPE" val="picTxt"/>
  <p:tag name="KSO_WM_SLIDE_SIZE" val="869*425"/>
  <p:tag name="KSO_WM_SLIDE_POSITION" val="45*15"/>
  <p:tag name="KSO_WM_SLIDE_LAYOUT" val="a_d_f"/>
  <p:tag name="KSO_WM_SLIDE_LAYOUT_CNT" val="1_2_2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6915_13*a*1"/>
  <p:tag name="KSO_WM_TEMPLATE_CATEGORY" val="custom"/>
  <p:tag name="KSO_WM_TEMPLATE_INDEX" val="20206915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VALUE" val="42"/>
  <p:tag name="KSO_WM_UNIT_TYPE" val="a"/>
  <p:tag name="KSO_WM_UNIT_INDEX" val="1"/>
  <p:tag name="KSO_WM_UNIT_PRESET_TEXT" val="单击此处添加标题"/>
</p:tagLst>
</file>

<file path=ppt/tags/tag145.xml><?xml version="1.0" encoding="utf-8"?>
<p:tagLst xmlns:p="http://schemas.openxmlformats.org/presentationml/2006/main">
  <p:tag name="KSO_WM_SLIDE_ID" val="custom20206915_13"/>
  <p:tag name="KSO_WM_TEMPLATE_SUBCATEGORY" val="0"/>
  <p:tag name="KSO_WM_TEMPLATE_MASTER_TYPE" val="1"/>
  <p:tag name="KSO_WM_TEMPLATE_COLOR_TYPE" val="1"/>
  <p:tag name="KSO_WM_SLIDE_ITEM_CNT" val="0"/>
  <p:tag name="KSO_WM_SLIDE_INDEX" val="13"/>
  <p:tag name="KSO_WM_TAG_VERSION" val="1.0"/>
  <p:tag name="KSO_WM_BEAUTIFY_FLAG" val="#wm#"/>
  <p:tag name="KSO_WM_TEMPLATE_CATEGORY" val="custom"/>
  <p:tag name="KSO_WM_TEMPLATE_INDEX" val="20206915"/>
  <p:tag name="KSO_WM_SLIDE_TYPE" val="text"/>
  <p:tag name="KSO_WM_SLIDE_SUBTYPE" val="picTxt"/>
  <p:tag name="KSO_WM_SLIDE_SIZE" val="869*425"/>
  <p:tag name="KSO_WM_SLIDE_POSITION" val="45*15"/>
  <p:tag name="KSO_WM_SLIDE_LAYOUT" val="a_d_f"/>
  <p:tag name="KSO_WM_SLIDE_LAYOUT_CNT" val="1_2_2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6915_15*a*1"/>
  <p:tag name="KSO_WM_TEMPLATE_CATEGORY" val="custom"/>
  <p:tag name="KSO_WM_TEMPLATE_INDEX" val="20206915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1"/>
  <p:tag name="KSO_WM_UNIT_TYPE" val="a"/>
  <p:tag name="KSO_WM_UNIT_INDEX" val="1"/>
  <p:tag name="KSO_WM_UNIT_PRESET_TEXT" val="THANKS"/>
</p:tagLst>
</file>

<file path=ppt/tags/tag147.xml><?xml version="1.0" encoding="utf-8"?>
<p:tagLst xmlns:p="http://schemas.openxmlformats.org/presentationml/2006/main">
  <p:tag name="KSO_WM_SLIDE_ID" val="custom20206915_15"/>
  <p:tag name="KSO_WM_TEMPLATE_SUBCATEGORY" val="0"/>
  <p:tag name="KSO_WM_TEMPLATE_MASTER_TYPE" val="1"/>
  <p:tag name="KSO_WM_TEMPLATE_COLOR_TYPE" val="1"/>
  <p:tag name="KSO_WM_SLIDE_ITEM_CNT" val="0"/>
  <p:tag name="KSO_WM_SLIDE_INDEX" val="15"/>
  <p:tag name="KSO_WM_TAG_VERSION" val="1.0"/>
  <p:tag name="KSO_WM_BEAUTIFY_FLAG" val="#wm#"/>
  <p:tag name="KSO_WM_TEMPLATE_CATEGORY" val="custom"/>
  <p:tag name="KSO_WM_TEMPLATE_INDEX" val="20206915"/>
  <p:tag name="KSO_WM_SLIDE_TYPE" val="endPage"/>
  <p:tag name="KSO_WM_SLIDE_SUBTYPE" val="pureTxt"/>
  <p:tag name="KSO_WM_SLIDE_LAYOUT" val="a"/>
  <p:tag name="KSO_WM_SLIDE_LAYOUT_CNT" val="1"/>
</p:tagLst>
</file>

<file path=ppt/theme/theme1.xml><?xml version="1.0" encoding="utf-8"?>
<a:theme xmlns:a="http://schemas.openxmlformats.org/drawingml/2006/main" name="Office 主题​​">
  <a:themeElements>
    <a:clrScheme name="SM 预置配色-浅色">
      <a:dk1>
        <a:srgbClr val="000000"/>
      </a:dk1>
      <a:lt1>
        <a:srgbClr val="FFFFFF"/>
      </a:lt1>
      <a:dk2>
        <a:srgbClr val="F5F5F8"/>
      </a:dk2>
      <a:lt2>
        <a:srgbClr val="FFFFFF"/>
      </a:lt2>
      <a:accent1>
        <a:srgbClr val="577CCE"/>
      </a:accent1>
      <a:accent2>
        <a:srgbClr val="5999AF"/>
      </a:accent2>
      <a:accent3>
        <a:srgbClr val="5BA080"/>
      </a:accent3>
      <a:accent4>
        <a:srgbClr val="8BAA69"/>
      </a:accent4>
      <a:accent5>
        <a:srgbClr val="D6B250"/>
      </a:accent5>
      <a:accent6>
        <a:srgbClr val="E79647"/>
      </a:accent6>
      <a:hlink>
        <a:srgbClr val="0000FF"/>
      </a:hlink>
      <a:folHlink>
        <a:srgbClr val="FF00FF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</Words>
  <Application>WPS 表格</Application>
  <PresentationFormat>宽屏</PresentationFormat>
  <Paragraphs>26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7" baseType="lpstr">
      <vt:lpstr>Arial</vt:lpstr>
      <vt:lpstr>方正书宋_GBK</vt:lpstr>
      <vt:lpstr>Wingdings</vt:lpstr>
      <vt:lpstr>宋体</vt:lpstr>
      <vt:lpstr>Arial Unicode MS</vt:lpstr>
      <vt:lpstr>Calibri Light</vt:lpstr>
      <vt:lpstr>Helvetica Neue</vt:lpstr>
      <vt:lpstr>汉仪书宋二KW</vt:lpstr>
      <vt:lpstr>Calibri</vt:lpstr>
      <vt:lpstr>微软雅黑</vt:lpstr>
      <vt:lpstr>汉仪旗黑</vt:lpstr>
      <vt:lpstr>Office 主题​​</vt:lpstr>
      <vt:lpstr>PowerPoint 演示文稿</vt:lpstr>
      <vt:lpstr>PowerPoint 演示文稿</vt:lpstr>
      <vt:lpstr>单击此处添加标题</vt:lpstr>
      <vt:lpstr>一. 密码的缺陷</vt:lpstr>
      <vt:lpstr>THANKS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scfhao</dc:creator>
  <cp:lastModifiedBy>scfhao</cp:lastModifiedBy>
  <cp:revision>1</cp:revision>
  <dcterms:created xsi:type="dcterms:W3CDTF">2022-07-23T09:15:35Z</dcterms:created>
  <dcterms:modified xsi:type="dcterms:W3CDTF">2022-07-23T09:15:35Z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2052-3.8.1.6116</vt:lpwstr>
  </property>
</Properties>
</file>