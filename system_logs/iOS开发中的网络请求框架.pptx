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7" r:id="rId6"/>
    <p:sldId id="272" r:id="rId7"/>
    <p:sldId id="273" r:id="rId8"/>
    <p:sldId id="274" r:id="rId9"/>
    <p:sldId id="262" r:id="rId10"/>
    <p:sldId id="268" r:id="rId11"/>
    <p:sldId id="263" r:id="rId12"/>
    <p:sldId id="269" r:id="rId13"/>
    <p:sldId id="264" r:id="rId14"/>
    <p:sldId id="270" r:id="rId15"/>
    <p:sldId id="265" r:id="rId16"/>
    <p:sldId id="271" r:id="rId17"/>
    <p:sldId id="266" r:id="rId18"/>
    <p:sldId id="260" r:id="rId19"/>
    <p:sldId id="261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0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781050" y="6375400"/>
            <a:ext cx="3975100" cy="12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14351" y="2435225"/>
            <a:ext cx="8483600" cy="1419225"/>
          </a:xfrm>
        </p:spPr>
        <p:txBody>
          <a:bodyPr lIns="90000" tIns="46800" rIns="90000" bIns="46800" anchor="b" anchorCtr="0">
            <a:noAutofit/>
          </a:bodyPr>
          <a:lstStyle>
            <a:lvl1pPr algn="l">
              <a:defRPr sz="8000" spc="6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14350" y="5707353"/>
            <a:ext cx="3975100" cy="582640"/>
          </a:xfrm>
        </p:spPr>
        <p:txBody>
          <a:bodyPr lIns="90000" tIns="4680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251201" y="3030290"/>
            <a:ext cx="5689600" cy="863958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2816225" y="3906520"/>
            <a:ext cx="6559550" cy="93472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latin typeface="Arial" panose="020B0604020202020204" pitchFamily="34" charset="0"/>
                <a:ea typeface="微软雅黑" charset="-122"/>
              </a:defRPr>
            </a:lvl1pPr>
            <a:lvl2pPr>
              <a:defRPr sz="1600" baseline="0">
                <a:latin typeface="Arial" panose="020B0604020202020204" pitchFamily="34" charset="0"/>
                <a:ea typeface="微软雅黑" charset="-122"/>
              </a:defRPr>
            </a:lvl2pPr>
            <a:lvl3pPr>
              <a:defRPr sz="1600" baseline="0">
                <a:latin typeface="Arial" panose="020B0604020202020204" pitchFamily="34" charset="0"/>
                <a:ea typeface="微软雅黑" charset="-122"/>
              </a:defRPr>
            </a:lvl3pPr>
            <a:lvl4pPr>
              <a:defRPr sz="1600" baseline="0">
                <a:latin typeface="Arial" panose="020B0604020202020204" pitchFamily="34" charset="0"/>
                <a:ea typeface="微软雅黑" charset="-122"/>
              </a:defRPr>
            </a:lvl4pPr>
            <a:lvl5pPr>
              <a:defRPr sz="1600" baseline="0"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1pPr>
            <a:lvl2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2pPr>
            <a:lvl3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3pPr>
            <a:lvl4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4pPr>
            <a:lvl5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716280" y="4438650"/>
            <a:ext cx="7589520" cy="1652298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15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3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z="7200" dirty="0"/>
              <a:t>iOS</a:t>
            </a:r>
            <a:r>
              <a:rPr lang="zh-CN" altLang="en-US" sz="7200" dirty="0"/>
              <a:t>开发中的网络请求框架</a:t>
            </a:r>
            <a:endParaRPr lang="zh-CN" altLang="en-US" sz="72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张豪</a:t>
            </a:r>
            <a:r>
              <a:rPr lang="en-US" altLang="zh-CN" dirty="0"/>
              <a:t> 2022/08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362710" y="1729740"/>
            <a:ext cx="13017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1"/>
                </a:solidFill>
                <a:latin typeface="微软雅黑" charset="-122"/>
                <a:ea typeface="微软雅黑" charset="-122"/>
              </a:rPr>
              <a:t>目录</a:t>
            </a:r>
            <a:endParaRPr lang="zh-CN" altLang="en-US" sz="4400" b="1" dirty="0">
              <a:solidFill>
                <a:schemeClr val="accen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362710" y="859155"/>
            <a:ext cx="39547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>
                    <a:lumMod val="95000"/>
                  </a:schemeClr>
                </a:solidFill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CONTENTS</a:t>
            </a:r>
            <a:endParaRPr lang="en-US" altLang="zh-CN" sz="5400" b="1" dirty="0">
              <a:solidFill>
                <a:schemeClr val="bg1">
                  <a:lumMod val="95000"/>
                </a:schemeClr>
              </a:solidFill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cxnSp>
        <p:nvCxnSpPr>
          <p:cNvPr id="77" name="直接连接符 76"/>
          <p:cNvCxnSpPr/>
          <p:nvPr>
            <p:custDataLst>
              <p:tags r:id="rId3"/>
            </p:custDataLst>
          </p:nvPr>
        </p:nvCxnSpPr>
        <p:spPr>
          <a:xfrm>
            <a:off x="5347358" y="5499850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78" name="矩形 77"/>
          <p:cNvSpPr/>
          <p:nvPr>
            <p:custDataLst>
              <p:tags r:id="rId4"/>
            </p:custDataLst>
          </p:nvPr>
        </p:nvSpPr>
        <p:spPr>
          <a:xfrm>
            <a:off x="5052718" y="5473073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80" name="标题 1"/>
          <p:cNvSpPr txBox="1"/>
          <p:nvPr>
            <p:custDataLst>
              <p:tags r:id="rId5"/>
            </p:custDataLst>
          </p:nvPr>
        </p:nvSpPr>
        <p:spPr>
          <a:xfrm>
            <a:off x="4606948" y="4910938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lang="en-US" altLang="zh-CN" sz="4000" b="1" spc="480" dirty="0">
                <a:solidFill>
                  <a:schemeClr val="accent1"/>
                </a:solidFill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5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81" name="文本框 80"/>
          <p:cNvSpPr txBox="1"/>
          <p:nvPr>
            <p:custDataLst>
              <p:tags r:id="rId6"/>
            </p:custDataLst>
          </p:nvPr>
        </p:nvSpPr>
        <p:spPr>
          <a:xfrm>
            <a:off x="4949213" y="4860308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fontScale="7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en-US" altLang="zh-CN" sz="3200" b="1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-122"/>
                <a:ea typeface="微软雅黑" charset="-122"/>
              </a:rPr>
              <a:t>YTK</a:t>
            </a:r>
            <a:r>
              <a:rPr lang="en-US" altLang="zh-CN" sz="3200" b="1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-122"/>
                <a:ea typeface="微软雅黑" charset="-122"/>
              </a:rPr>
              <a:t>Network</a:t>
            </a:r>
            <a:endParaRPr lang="en-US" altLang="zh-CN" sz="3200" b="1" spc="200" dirty="0">
              <a:solidFill>
                <a:schemeClr val="tx1">
                  <a:lumMod val="85000"/>
                  <a:lumOff val="15000"/>
                </a:schemeClr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5347358" y="3888244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52718" y="3861467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27" name="标题 1"/>
          <p:cNvSpPr txBox="1"/>
          <p:nvPr>
            <p:custDataLst>
              <p:tags r:id="rId9"/>
            </p:custDataLst>
          </p:nvPr>
        </p:nvSpPr>
        <p:spPr>
          <a:xfrm>
            <a:off x="4606948" y="3299332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lang="en-US" altLang="zh-CN" sz="4000" b="1" spc="480" dirty="0">
                <a:solidFill>
                  <a:schemeClr val="accent1"/>
                </a:solidFill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2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4949213" y="3248702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fontScale="7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altLang="zh-CN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HTTP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缓存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介绍</a:t>
            </a:r>
            <a:endParaRPr kumimoji="0" lang="zh-CN" altLang="en-US" sz="3200" b="1" i="0" kern="1200" cap="none" spc="200" normalizeH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charset="-122"/>
              <a:ea typeface="微软雅黑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1"/>
            </p:custDataLst>
          </p:nvPr>
        </p:nvCxnSpPr>
        <p:spPr>
          <a:xfrm>
            <a:off x="2021248" y="3888244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1" name="矩形 30"/>
          <p:cNvSpPr/>
          <p:nvPr>
            <p:custDataLst>
              <p:tags r:id="rId12"/>
            </p:custDataLst>
          </p:nvPr>
        </p:nvSpPr>
        <p:spPr>
          <a:xfrm>
            <a:off x="1726608" y="3861467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32" name="标题 1"/>
          <p:cNvSpPr txBox="1"/>
          <p:nvPr>
            <p:custDataLst>
              <p:tags r:id="rId13"/>
            </p:custDataLst>
          </p:nvPr>
        </p:nvSpPr>
        <p:spPr>
          <a:xfrm>
            <a:off x="1280838" y="3299332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lang="en-US" altLang="zh-CN" sz="4000" b="1" spc="480" dirty="0">
                <a:solidFill>
                  <a:schemeClr val="accent1"/>
                </a:solidFill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1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1623103" y="3248702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fontScale="7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altLang="zh-CN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HTTP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协议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简介</a:t>
            </a:r>
            <a:endParaRPr kumimoji="0" lang="zh-CN" altLang="en-US" sz="3200" b="1" i="0" kern="1200" cap="none" spc="200" normalizeH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charset="-122"/>
              <a:ea typeface="微软雅黑" charset="-122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15"/>
            </p:custDataLst>
          </p:nvPr>
        </p:nvCxnSpPr>
        <p:spPr>
          <a:xfrm>
            <a:off x="2021248" y="5499850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1726608" y="5473073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37" name="标题 1"/>
          <p:cNvSpPr txBox="1"/>
          <p:nvPr>
            <p:custDataLst>
              <p:tags r:id="rId17"/>
            </p:custDataLst>
          </p:nvPr>
        </p:nvSpPr>
        <p:spPr>
          <a:xfrm>
            <a:off x="1280838" y="4910938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kumimoji="0" lang="en-US" altLang="zh-CN" sz="4000" b="1" u="none" strike="noStrike" kern="1200" cap="none" spc="48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4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1623103" y="4860308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fontScale="6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altLang="zh-CN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AFNetworking</a:t>
            </a:r>
            <a:endParaRPr kumimoji="0" lang="en-US" altLang="zh-CN" sz="3200" b="1" i="0" kern="1200" cap="none" spc="200" normalizeH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charset="-122"/>
              <a:ea typeface="微软雅黑" charset="-122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9"/>
            </p:custDataLst>
          </p:nvPr>
        </p:nvCxnSpPr>
        <p:spPr>
          <a:xfrm>
            <a:off x="8673468" y="5499850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0" name="矩形 39"/>
          <p:cNvSpPr/>
          <p:nvPr>
            <p:custDataLst>
              <p:tags r:id="rId20"/>
            </p:custDataLst>
          </p:nvPr>
        </p:nvSpPr>
        <p:spPr>
          <a:xfrm>
            <a:off x="8378828" y="5473073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41" name="标题 1"/>
          <p:cNvSpPr txBox="1"/>
          <p:nvPr>
            <p:custDataLst>
              <p:tags r:id="rId21"/>
            </p:custDataLst>
          </p:nvPr>
        </p:nvSpPr>
        <p:spPr>
          <a:xfrm>
            <a:off x="7933058" y="4910938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lang="en-US" altLang="zh-CN" sz="4000" b="1" spc="480" dirty="0">
                <a:solidFill>
                  <a:schemeClr val="accent1"/>
                </a:solidFill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6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22"/>
            </p:custDataLst>
          </p:nvPr>
        </p:nvSpPr>
        <p:spPr>
          <a:xfrm>
            <a:off x="8275323" y="4860308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3200" b="1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-122"/>
                <a:ea typeface="微软雅黑" charset="-122"/>
              </a:rPr>
              <a:t>对比</a:t>
            </a:r>
            <a:endParaRPr lang="zh-CN" altLang="en-US" sz="3200" b="1" spc="200" dirty="0">
              <a:solidFill>
                <a:schemeClr val="tx1">
                  <a:lumMod val="85000"/>
                  <a:lumOff val="15000"/>
                </a:schemeClr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44" name="直接连接符 43"/>
          <p:cNvCxnSpPr/>
          <p:nvPr>
            <p:custDataLst>
              <p:tags r:id="rId23"/>
            </p:custDataLst>
          </p:nvPr>
        </p:nvCxnSpPr>
        <p:spPr>
          <a:xfrm>
            <a:off x="8673468" y="3888244"/>
            <a:ext cx="1370965" cy="0"/>
          </a:xfrm>
          <a:prstGeom prst="line">
            <a:avLst/>
          </a:prstGeom>
          <a:ln>
            <a:solidFill>
              <a:schemeClr val="lt1">
                <a:lumMod val="95000"/>
              </a:schemeClr>
            </a:solidFill>
            <a:prstDash val="sysDash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5" name="矩形 44"/>
          <p:cNvSpPr/>
          <p:nvPr>
            <p:custDataLst>
              <p:tags r:id="rId24"/>
            </p:custDataLst>
          </p:nvPr>
        </p:nvSpPr>
        <p:spPr>
          <a:xfrm>
            <a:off x="8378828" y="3861467"/>
            <a:ext cx="294640" cy="43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charset="-122"/>
              <a:ea typeface="微软雅黑" charset="-122"/>
              <a:sym typeface="Arial" panose="020B0604020202020204" pitchFamily="34" charset="0"/>
            </a:endParaRPr>
          </a:p>
        </p:txBody>
      </p:sp>
      <p:sp>
        <p:nvSpPr>
          <p:cNvPr id="46" name="标题 1"/>
          <p:cNvSpPr txBox="1"/>
          <p:nvPr>
            <p:custDataLst>
              <p:tags r:id="rId25"/>
            </p:custDataLst>
          </p:nvPr>
        </p:nvSpPr>
        <p:spPr>
          <a:xfrm>
            <a:off x="7933058" y="3299332"/>
            <a:ext cx="323850" cy="601504"/>
          </a:xfrm>
          <a:prstGeom prst="rect">
            <a:avLst/>
          </a:prstGeom>
          <a:noFill/>
        </p:spPr>
        <p:txBody>
          <a:bodyPr wrap="square" lIns="0" tIns="0" rIns="0" bIns="0" rtlCol="0">
            <a:normAutofit lnSpcReduction="100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kumimoji="0" lang="en-US" altLang="zh-CN" sz="4000" b="1" u="none" strike="noStrike" kern="1200" cap="none" spc="48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old" panose="020B0604020202020204" charset="0"/>
                <a:ea typeface="汉仪长宋简" panose="02010600000101010101" charset="-122"/>
                <a:cs typeface="Arial Bold" panose="020B0604020202020204" charset="0"/>
                <a:sym typeface="Arial" panose="020B0604020202020204" pitchFamily="34" charset="0"/>
              </a:rPr>
              <a:t>3</a:t>
            </a:r>
            <a:endParaRPr kumimoji="0" lang="en-US" altLang="zh-CN" sz="4000" b="1" u="none" strike="noStrike" kern="1200" cap="none" spc="480" normalizeH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Bold" panose="020B0604020202020204" charset="0"/>
              <a:ea typeface="汉仪长宋简" panose="02010600000101010101" charset="-122"/>
              <a:cs typeface="Arial Bold" panose="020B0604020202020204" charset="0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6"/>
            </p:custDataLst>
          </p:nvPr>
        </p:nvSpPr>
        <p:spPr>
          <a:xfrm>
            <a:off x="8275323" y="3248702"/>
            <a:ext cx="2246630" cy="567681"/>
          </a:xfrm>
          <a:prstGeom prst="rect">
            <a:avLst/>
          </a:prstGeom>
          <a:noFill/>
        </p:spPr>
        <p:txBody>
          <a:bodyPr wrap="square" bIns="36000" rtlCol="0" anchor="b" anchorCtr="0">
            <a:normAutofit fontScale="5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altLang="zh-CN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iOS 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中的网络</a:t>
            </a:r>
            <a:r>
              <a:rPr kumimoji="0" lang="zh-CN" altLang="en-US" sz="3200" b="1" i="0" kern="1200" cap="none" spc="20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charset="-122"/>
                <a:ea typeface="微软雅黑" charset="-122"/>
              </a:rPr>
              <a:t>请求</a:t>
            </a:r>
            <a:endParaRPr kumimoji="0" lang="zh-CN" altLang="en-US" sz="3200" b="1" i="0" kern="1200" cap="none" spc="200" normalizeH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charset="-122"/>
              <a:ea typeface="微软雅黑" charset="-122"/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01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协议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请求头与请求</a:t>
            </a:r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体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响应头与</a:t>
            </a:r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响应体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en-US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HTTP </a:t>
            </a:r>
            <a:r>
              <a:rPr lang="zh-CN" altLang="en-US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常用</a:t>
            </a:r>
            <a:r>
              <a:rPr lang="zh-CN" altLang="en-US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方法</a:t>
            </a:r>
            <a:endParaRPr lang="zh-CN" altLang="en-US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en-US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URL Encod</a:t>
            </a:r>
            <a:r>
              <a:rPr lang="en-US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ing</a:t>
            </a:r>
            <a:endParaRPr lang="en-US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02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缓存</a:t>
            </a:r>
            <a:r>
              <a:rPr lang="zh-CN" altLang="en-US" dirty="0"/>
              <a:t>介绍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单击此处添加大标题内容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03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iOS</a:t>
            </a:r>
            <a:r>
              <a:rPr lang="zh-CN" altLang="en-US" dirty="0"/>
              <a:t>中的网络</a:t>
            </a:r>
            <a:r>
              <a:rPr lang="zh-CN" altLang="en-US" dirty="0"/>
              <a:t>请求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单击此处添加大标题内容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04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AFNetworking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单击此处添加大标题内容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05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YTKNetwork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单击此处添加大标题内容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89245" y="2001520"/>
            <a:ext cx="1412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kern="100" dirty="0">
                <a:solidFill>
                  <a:schemeClr val="accent1"/>
                </a:solidFill>
                <a:uFillTx/>
                <a:latin typeface="Arial Bold" panose="020B0604020202020204" charset="0"/>
                <a:ea typeface="微软雅黑" charset="-122"/>
                <a:cs typeface="Arial Bold" panose="020B0604020202020204" charset="0"/>
              </a:rPr>
              <a:t>06</a:t>
            </a:r>
            <a:endParaRPr lang="en-US" altLang="zh-CN" sz="7200" b="1" kern="100" dirty="0">
              <a:solidFill>
                <a:schemeClr val="accent1"/>
              </a:solidFill>
              <a:uFillTx/>
              <a:latin typeface="Arial Bold" panose="020B0604020202020204" charset="0"/>
              <a:ea typeface="微软雅黑" charset="-122"/>
              <a:cs typeface="Arial Bold" panose="020B060402020202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对比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09556" y="609605"/>
            <a:ext cx="10972876" cy="685800"/>
          </a:xfrm>
          <a:prstGeom prst="rect">
            <a:avLst/>
          </a:prstGeom>
          <a:noFill/>
        </p:spPr>
        <p:txBody>
          <a:bodyPr wrap="square" lIns="63500" tIns="25400" rIns="63500" bIns="25400" rtlCol="0" anchor="t" anchorCtr="0">
            <a:normAutofit/>
          </a:bodyPr>
          <a:lstStyle/>
          <a:p>
            <a:pPr algn="ctr"/>
            <a:r>
              <a:rPr lang="zh-CN" altLang="zh-CN" sz="3600" b="1" spc="160" dirty="0">
                <a:solidFill>
                  <a:schemeClr val="dk1"/>
                </a:solidFill>
                <a:uFillTx/>
                <a:latin typeface="微软雅黑" charset="-122"/>
                <a:ea typeface="微软雅黑" charset="-122"/>
              </a:rPr>
              <a:t>单击此处添加大标题内容</a:t>
            </a:r>
            <a:endParaRPr lang="zh-CN" altLang="zh-CN" sz="3600" b="1" spc="160" dirty="0">
              <a:solidFill>
                <a:schemeClr val="dk1"/>
              </a:solidFill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11" name="Title 6"/>
          <p:cNvSpPr txBox="1"/>
          <p:nvPr>
            <p:custDataLst>
              <p:tags r:id="rId2"/>
            </p:custDataLst>
          </p:nvPr>
        </p:nvSpPr>
        <p:spPr>
          <a:xfrm>
            <a:off x="2895600" y="2133617"/>
            <a:ext cx="6400800" cy="35052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lang="zh-CN" altLang="en-US" sz="2000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charset="-122"/>
                <a:ea typeface="微软雅黑" charset="-122"/>
                <a:cs typeface="微软雅黑" charset="-122"/>
              </a:rPr>
              <a:t>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</a:t>
            </a:r>
            <a:endParaRPr lang="zh-CN" altLang="en-US" sz="2000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矩形 11"/>
          <p:cNvSpPr/>
          <p:nvPr>
            <p:custDataLst>
              <p:tags r:id="rId3"/>
            </p:custDataLst>
          </p:nvPr>
        </p:nvSpPr>
        <p:spPr>
          <a:xfrm>
            <a:off x="2590821" y="1828815"/>
            <a:ext cx="7010456" cy="411483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6" name="矩形 12"/>
          <p:cNvSpPr/>
          <p:nvPr>
            <p:custDataLst>
              <p:tags r:id="rId4"/>
            </p:custDataLst>
          </p:nvPr>
        </p:nvSpPr>
        <p:spPr>
          <a:xfrm>
            <a:off x="9296474" y="2438420"/>
            <a:ext cx="106616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矩形 12"/>
          <p:cNvSpPr/>
          <p:nvPr>
            <p:custDataLst>
              <p:tags r:id="rId5"/>
            </p:custDataLst>
          </p:nvPr>
        </p:nvSpPr>
        <p:spPr>
          <a:xfrm>
            <a:off x="1676400" y="4876839"/>
            <a:ext cx="1219835" cy="45720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charset="-122"/>
              <a:ea typeface="微软雅黑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4" name="Object 102"/>
          <p:cNvSpPr txBox="1"/>
          <p:nvPr>
            <p:custDataLst>
              <p:tags r:id="rId2"/>
            </p:custDataLst>
          </p:nvPr>
        </p:nvSpPr>
        <p:spPr>
          <a:xfrm>
            <a:off x="716280" y="3938270"/>
            <a:ext cx="8969375" cy="215074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l">
              <a:lnSpc>
                <a:spcPct val="83000"/>
              </a:lnSpc>
            </a:pPr>
            <a:r>
              <a:rPr lang="en-US" altLang="zh-CN" sz="13300" b="1" i="0" dirty="0">
                <a:solidFill>
                  <a:schemeClr val="accent1">
                    <a:alpha val="3137"/>
                  </a:schemeClr>
                </a:solidFill>
                <a:latin typeface="Arial Bold" panose="020B0604020202020204" charset="0"/>
                <a:ea typeface="OPPOSans-H"/>
                <a:cs typeface="Arial Bold" panose="020B0604020202020204" charset="0"/>
              </a:rPr>
              <a:t>THANKS</a:t>
            </a:r>
            <a:endParaRPr lang="en-US" altLang="zh-CN" sz="13300" b="1" i="0" dirty="0">
              <a:solidFill>
                <a:schemeClr val="accent1">
                  <a:alpha val="3137"/>
                </a:schemeClr>
              </a:solidFill>
              <a:latin typeface="Arial Bold" panose="020B0604020202020204" charset="0"/>
              <a:ea typeface="OPPOSans-H"/>
              <a:cs typeface="Arial Bold" panose="020B06040202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182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182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18281"/>
  <p:tag name="KSO_WM_TEMPLATE_THUMBS_INDEX" val="1、2、3、4、5、6、7、8、9、10、11、12、13、14、15、16、17、18、19、20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总结汇报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10.xml><?xml version="1.0" encoding="utf-8"?>
<p:tagLst xmlns:p="http://schemas.openxmlformats.org/presentationml/2006/main">
  <p:tag name="KSO_WM_UNIT_SUBTYPE" val="b"/>
  <p:tag name="KSO_WM_UNIT_PRESET_TEXT" val="汇报人姓名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11.xml><?xml version="1.0" encoding="utf-8"?>
<p:tagLst xmlns:p="http://schemas.openxmlformats.org/presentationml/2006/main">
  <p:tag name="KSO_WM_SLIDE_ID" val="custom20218281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18281"/>
  <p:tag name="KSO_WM_SLIDE_TYPE" val="title"/>
  <p:tag name="KSO_WM_SLIDE_SUBTYPE" val="pureTxt"/>
  <p:tag name="KSO_WM_SLIDE_LAYOUT" val="a_f_j"/>
  <p:tag name="KSO_WM_SLIDE_LAYOUT_CNT" val="1_1_1"/>
  <p:tag name="KSO_WM_TEMPLATE_THUMBS_INDEX" val="1、2、3、4、5、6、7、8、9、10、11、12、13、14、15、16、17、18、19、2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8281_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目录"/>
  <p:tag name="KSO_WM_UNIT_NOCLEAR" val="0"/>
  <p:tag name="KSO_WM_UNIT_VALUE" val="2"/>
  <p:tag name="KSO_WM_DIAGRAM_GROUP_CODE" val="l1-1"/>
  <p:tag name="KSO_WM_UNIT_TYPE" val="a"/>
  <p:tag name="KSO_WM_UNIT_INDEX" val="1"/>
  <p:tag name="KSO_WM_UNIT_SPLIT_INFO" val="{&quot;paras&quot;:[{&quot;type&quot;:&quot;pa&quot;,&quot;index&quot;:&quot;1&quot;}]}"/>
  <p:tag name="KSO_WM_UNIT_TEXT_FILL_FORE_SCHEMECOLOR_INDEX" val="5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8281_5*b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"/>
  <p:tag name="KSO_WM_UNIT_NOCLEAR" val="0"/>
  <p:tag name="KSO_WM_UNIT_VALUE" val="6"/>
  <p:tag name="KSO_WM_DIAGRAM_GROUP_CODE" val="l1-1"/>
  <p:tag name="KSO_WM_UNIT_TYPE" val="b"/>
  <p:tag name="KSO_WM_UNIT_INDEX" val="1"/>
  <p:tag name="KSO_WM_UNIT_SPLIT_INFO" val="{&quot;paras&quot;:[{&quot;type&quot;:&quot;pa&quot;,&quot;index&quot;:&quot;2&quot;}]}"/>
  <p:tag name="KSO_WM_UNIT_TEXT_FILL_FORE_SCHEMECOLOR_INDEX" val="14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5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5_1"/>
  <p:tag name="KSO_WM_UNIT_SPLIT_INFO" val="{&quot;type&quot;:&quot;i&quot;,&quot;index&quot;:&quot;1&quot;}"/>
</p:tagLst>
</file>

<file path=ppt/tags/tag115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5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5_3"/>
  <p:tag name="KSO_WM_UNIT_SPLIT_INFO" val="{&quot;type&quot;:&quot;i&quot;,&quot;index&quot;:&quot;2&quot;}"/>
</p:tagLst>
</file>

<file path=ppt/tags/tag116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5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5_2"/>
  <p:tag name="KSO_WM_UNIT_SPLIT_INFO" val="{&quot;type&quot;:&quot;i&quot;,&quot;index&quot;:&quot;1&quot;}"/>
</p:tagLst>
</file>

<file path=ppt/tags/tag117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5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添加文本"/>
  <p:tag name="KSO_WM_DIAGRAM_GROUP_CODE" val="l1-1"/>
  <p:tag name="KSO_WM_UNIT_TYPE" val="l_h_a"/>
  <p:tag name="KSO_WM_UNIT_INDEX" val="1_5_1"/>
  <p:tag name="KSO_WM_UNIT_SPLIT_INFO" val="{&quot;paras&quot;:[{&quot;type&quot;:&quot;pa&quot;,&quot;index&quot;:&quot;3&quot;}]}"/>
</p:tagLst>
</file>

<file path=ppt/tags/tag118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2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1"/>
  <p:tag name="KSO_WM_UNIT_SPLIT_INFO" val="{&quot;type&quot;:&quot;i&quot;,&quot;index&quot;:&quot;3&quot;}"/>
</p:tagLst>
</file>

<file path=ppt/tags/tag119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2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3"/>
  <p:tag name="KSO_WM_UNIT_SPLIT_INFO" val="{&quot;type&quot;:&quot;i&quot;,&quot;index&quot;:&quot;4&quot;}"/>
</p:tagLst>
</file>

<file path=ppt/tags/tag120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2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2_2"/>
  <p:tag name="KSO_WM_UNIT_SPLIT_INFO" val="{&quot;type&quot;:&quot;i&quot;,&quot;index&quot;:&quot;2&quot;}"/>
</p:tagLst>
</file>

<file path=ppt/tags/tag121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2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数据反馈"/>
  <p:tag name="KSO_WM_DIAGRAM_GROUP_CODE" val="l1-1"/>
  <p:tag name="KSO_WM_UNIT_TYPE" val="l_h_a"/>
  <p:tag name="KSO_WM_UNIT_INDEX" val="1_2_1"/>
  <p:tag name="KSO_WM_UNIT_SPLIT_INFO" val="{&quot;paras&quot;:[{&quot;type&quot;:&quot;pa&quot;,&quot;index&quot;:&quot;4&quot;}]}"/>
</p:tagLst>
</file>

<file path=ppt/tags/tag122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1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UNIT_SPLIT_INFO" val="{&quot;type&quot;:&quot;i&quot;,&quot;index&quot;:&quot;5&quot;}"/>
</p:tagLst>
</file>

<file path=ppt/tags/tag123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1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3"/>
  <p:tag name="KSO_WM_UNIT_SPLIT_INFO" val="{&quot;type&quot;:&quot;i&quot;,&quot;index&quot;:&quot;6&quot;}"/>
</p:tagLst>
</file>

<file path=ppt/tags/tag124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1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1_2"/>
  <p:tag name="KSO_WM_UNIT_SPLIT_INFO" val="{&quot;type&quot;:&quot;i&quot;,&quot;index&quot;:&quot;3&quot;}"/>
</p:tagLst>
</file>

<file path=ppt/tags/tag125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1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项目背景"/>
  <p:tag name="KSO_WM_DIAGRAM_GROUP_CODE" val="l1-1"/>
  <p:tag name="KSO_WM_UNIT_TYPE" val="l_h_a"/>
  <p:tag name="KSO_WM_UNIT_INDEX" val="1_1_1"/>
  <p:tag name="KSO_WM_UNIT_SPLIT_INFO" val="{&quot;paras&quot;:[{&quot;type&quot;:&quot;pa&quot;,&quot;index&quot;:&quot;5&quot;}]}"/>
</p:tagLst>
</file>

<file path=ppt/tags/tag126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4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1"/>
  <p:tag name="KSO_WM_UNIT_SPLIT_INFO" val="{&quot;type&quot;:&quot;i&quot;,&quot;index&quot;:&quot;7&quot;}"/>
</p:tagLst>
</file>

<file path=ppt/tags/tag127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4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3"/>
  <p:tag name="KSO_WM_UNIT_SPLIT_INFO" val="{&quot;type&quot;:&quot;i&quot;,&quot;index&quot;:&quot;8&quot;}"/>
</p:tagLst>
</file>

<file path=ppt/tags/tag128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4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4_2"/>
  <p:tag name="KSO_WM_UNIT_SPLIT_INFO" val="{&quot;type&quot;:&quot;i&quot;,&quot;index&quot;:&quot;4&quot;}"/>
</p:tagLst>
</file>

<file path=ppt/tags/tag12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4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项目总结"/>
  <p:tag name="KSO_WM_DIAGRAM_GROUP_CODE" val="l1-1"/>
  <p:tag name="KSO_WM_UNIT_TYPE" val="l_h_a"/>
  <p:tag name="KSO_WM_UNIT_INDEX" val="1_4_1"/>
  <p:tag name="KSO_WM_UNIT_SPLIT_INFO" val="{&quot;paras&quot;:[{&quot;type&quot;:&quot;pa&quot;,&quot;index&quot;:&quot;6&quot;}]}"/>
</p:tagLst>
</file>

<file path=ppt/tags/tag130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6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6_1"/>
  <p:tag name="KSO_WM_UNIT_SPLIT_INFO" val="{&quot;type&quot;:&quot;i&quot;,&quot;index&quot;:&quot;9&quot;}"/>
</p:tagLst>
</file>

<file path=ppt/tags/tag131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6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6_3"/>
  <p:tag name="KSO_WM_UNIT_SPLIT_INFO" val="{&quot;type&quot;:&quot;i&quot;,&quot;index&quot;:&quot;10&quot;}"/>
</p:tagLst>
</file>

<file path=ppt/tags/tag132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6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6_2"/>
  <p:tag name="KSO_WM_UNIT_SPLIT_INFO" val="{&quot;type&quot;:&quot;i&quot;,&quot;index&quot;:&quot;5&quot;}"/>
</p:tagLst>
</file>

<file path=ppt/tags/tag133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6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添加文本"/>
  <p:tag name="KSO_WM_DIAGRAM_GROUP_CODE" val="l1-1"/>
  <p:tag name="KSO_WM_UNIT_TYPE" val="l_h_a"/>
  <p:tag name="KSO_WM_UNIT_INDEX" val="1_6_1"/>
  <p:tag name="KSO_WM_UNIT_SPLIT_INFO" val="{&quot;paras&quot;:[{&quot;type&quot;:&quot;pa&quot;,&quot;index&quot;:&quot;7&quot;}]}"/>
</p:tagLst>
</file>

<file path=ppt/tags/tag134.xml><?xml version="1.0" encoding="utf-8"?>
<p:tagLst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3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1"/>
  <p:tag name="KSO_WM_UNIT_SPLIT_INFO" val="{&quot;type&quot;:&quot;i&quot;,&quot;index&quot;:&quot;11&quot;}"/>
</p:tagLst>
</file>

<file path=ppt/tags/tag135.xml><?xml version="1.0" encoding="utf-8"?>
<p:tagLst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3_3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3"/>
  <p:tag name="KSO_WM_UNIT_SPLIT_INFO" val="{&quot;type&quot;:&quot;i&quot;,&quot;index&quot;:&quot;12&quot;}"/>
</p:tagLst>
</file>

<file path=ppt/tags/tag136.xml><?xml version="1.0" encoding="utf-8"?>
<p:tagLst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ID" val="custom20218281_5*l_h_i*1_3_2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DIAGRAM_GROUP_CODE" val="l1-1"/>
  <p:tag name="KSO_WM_UNIT_SUBTYPE" val="d"/>
  <p:tag name="KSO_WM_UNIT_TYPE" val="l_h_i"/>
  <p:tag name="KSO_WM_UNIT_INDEX" val="1_3_2"/>
  <p:tag name="KSO_WM_UNIT_SPLIT_INFO" val="{&quot;type&quot;:&quot;i&quot;,&quot;index&quot;:&quot;6&quot;}"/>
</p:tagLst>
</file>

<file path=ppt/tags/tag137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8281_5*l_h_a*1_3_1"/>
  <p:tag name="KSO_WM_TEMPLATE_CATEGORY" val="custom"/>
  <p:tag name="KSO_WM_TEMPLATE_INDEX" val="20218281"/>
  <p:tag name="KSO_WM_UNIT_LAYERLEVEL" val="1_1_1"/>
  <p:tag name="KSO_WM_TAG_VERSION" val="1.0"/>
  <p:tag name="KSO_WM_BEAUTIFY_FLAG" val="#wm#"/>
  <p:tag name="KSO_WM_UNIT_ISNUMDGMTITLE" val="0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UNIT_PRESET_TEXT" val="结果分析"/>
  <p:tag name="KSO_WM_DIAGRAM_GROUP_CODE" val="l1-1"/>
  <p:tag name="KSO_WM_UNIT_TYPE" val="l_h_a"/>
  <p:tag name="KSO_WM_UNIT_INDEX" val="1_3_1"/>
  <p:tag name="KSO_WM_UNIT_SPLIT_INFO" val="{&quot;paras&quot;:[{&quot;type&quot;:&quot;pa&quot;,&quot;index&quot;:&quot;8&quot;}]}"/>
</p:tagLst>
</file>

<file path=ppt/tags/tag138.xml><?xml version="1.0" encoding="utf-8"?>
<p:tagLst xmlns:p="http://schemas.openxmlformats.org/presentationml/2006/main">
  <p:tag name="KSO_WM_SLIDE_ID" val="custom20218281_5"/>
  <p:tag name="KSO_WM_TEMPLATE_SUBCATEGORY" val="0"/>
  <p:tag name="KSO_WM_TEMPLATE_MASTER_TYPE" val="1"/>
  <p:tag name="KSO_WM_TEMPLATE_COLOR_TYPE" val="0"/>
  <p:tag name="KSO_WM_SLIDE_ITEM_CNT" val="6"/>
  <p:tag name="KSO_WM_SLIDE_INDEX" val="5"/>
  <p:tag name="KSO_WM_TAG_VERSION" val="1.0"/>
  <p:tag name="KSO_WM_BEAUTIFY_FLAG" val="#wm#"/>
  <p:tag name="KSO_WM_TEMPLATE_CATEGORY" val="custom"/>
  <p:tag name="KSO_WM_TEMPLATE_INDEX" val="20218281"/>
  <p:tag name="KSO_WM_SLIDE_LAYOUT" val="a_b_l"/>
  <p:tag name="KSO_WM_SLIDE_LAYOUT_CNT" val="1_1_1"/>
  <p:tag name="KSO_WM_SLIDE_TYPE" val="contents"/>
  <p:tag name="KSO_WM_SLIDE_SUBTYPE" val="diag"/>
  <p:tag name="KSO_WM_DIAGRAM_GROUP_CODE" val="l1-1"/>
  <p:tag name="KSO_WM_SLIDE_DIAGTYPE" val="l"/>
</p:tagLst>
</file>

<file path=ppt/tags/tag139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41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4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47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4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53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5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59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61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65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66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68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70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74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75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77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79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83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84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86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88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192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193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195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197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201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202.xml><?xml version="1.0" encoding="utf-8"?>
<p:tagLst xmlns:p="http://schemas.openxmlformats.org/presentationml/2006/main">
  <p:tag name="KSO_WM_UNIT_PRESET_TEXT" val="01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18281_6*e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工作回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6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2&quot;}]}"/>
</p:tagLst>
</file>

<file path=ppt/tags/tag204.xml><?xml version="1.0" encoding="utf-8"?>
<p:tagLst xmlns:p="http://schemas.openxmlformats.org/presentationml/2006/main">
  <p:tag name="KSO_WM_SLIDE_ID" val="custom20218281_6"/>
  <p:tag name="KSO_WM_TEMPLATE_SUBCATEGORY" val="0"/>
  <p:tag name="KSO_WM_TEMPLATE_MASTER_TYPE" val="1"/>
  <p:tag name="KSO_WM_TEMPLATE_COLOR_TYPE" val="0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218281"/>
  <p:tag name="KSO_WM_SLIDE_TYPE" val="sectionTitle"/>
  <p:tag name="KSO_WM_SLIDE_SUBTYPE" val="pureTxt"/>
  <p:tag name="KSO_WM_SLIDE_LAYOUT" val="a_e_f"/>
  <p:tag name="KSO_WM_SLIDE_LAYOUT_CNT" val="1_1_1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15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CHIP_GROUPID" val="5e7881253197e252a37019b5"/>
  <p:tag name="KSO_WM_CHIP_XID" val="5e7881253197e252a37019b6"/>
  <p:tag name="KSO_WM_UNIT_DEC_AREA_ID" val="0934ade70248484ab2d70312676580f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t&quot;,&quot;fill_mode&quot;:&quot;full&quot;,&quot;sacle_strategy&quot;:&quot;smart&quot;}"/>
  <p:tag name="KSO_WM_ASSEMBLE_CHIP_INDEX" val="627df8e79bbb4f168a1006eb39d7d817"/>
  <p:tag name="KSO_WM_UNIT_TEXT_FILL_FORE_SCHEMECOLOR_INDEX_BRIGHTNESS" val="0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1&quot;}]}"/>
</p:tagLst>
</file>

<file path=ppt/tags/tag20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8281_15*f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5"/>
  <p:tag name="KSO_WM_CHIP_GROUPID" val="5e6b05596848fb12bee65ac8"/>
  <p:tag name="KSO_WM_CHIP_XID" val="5e6b05596848fb12bee65aca"/>
  <p:tag name="KSO_WM_UNIT_DEC_AREA_ID" val="442f88eeeaae4b1ba65e6ac5beaebd1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278132ac34d47c0b96720d6555e134d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5fd0b9341fa9d42129dd4cad"/>
  <p:tag name="KSO_WM_TEMPLATE_ASSEMBLE_GROUPID" val="5fd0b9341fa9d42129dd4cad"/>
  <p:tag name="KSO_WM_UNIT_SPLIT_INFO" val="{&quot;paras&quot;:[{&quot;type&quot;:&quot;pa&quot;,&quot;index&quot;:&quot;2&quot;}]}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15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6f647d862536413eb7c07694bcbc6183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442f88eeeaae4b1ba65e6ac5beaebd1a&quot;,&quot;X&quot;:{&quot;Pos&quot;:1},&quot;Y&quot;:{&quot;Pos&quot;:1}},&quot;whChangeMode&quot;:1}"/>
  <p:tag name="KSO_WM_CHIP_GROUPID" val="5f5ee1ca4d6848d78f644aed"/>
  <p:tag name="KSO_WM_CHIP_XID" val="5f69675b553136823a5e61e2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450"/>
  <p:tag name="KSO_WM_TEMPLATE_ASSEMBLE_XID" val="5fd0b9341fa9d42129dd4cad"/>
  <p:tag name="KSO_WM_TEMPLATE_ASSEMBLE_GROUPID" val="5fd0b9341fa9d42129dd4cad"/>
  <p:tag name="KSO_WM_UNIT_SPLIT_INFO" val="{&quot;type&quot;:&quot;i&quot;,&quot;index&quot;:&quot;1&quot;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18281_15*i*2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844e6ba5855470883ed1dffa5182ee2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442f88eeeaae4b1ba65e6ac5beaebd1a&quot;,&quot;X&quot;:{&quot;Pos&quot;:2},&quot;Y&quot;:{&quot;Pos&quot;:0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4"/>
  <p:tag name="KSO_WM_TEMPLATE_ASSEMBLE_XID" val="5fd0b9341fa9d42129dd4cad"/>
  <p:tag name="KSO_WM_TEMPLATE_ASSEMBLE_GROUPID" val="5fd0b9341fa9d42129dd4cad"/>
  <p:tag name="KSO_WM_UNIT_SPLIT_INFO" val="{&quot;type&quot;:&quot;i&quot;,&quot;index&quot;:&quot;2&quot;}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18281_15*i*3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5bd04cdeaa3e42cb8981243cf2d4986c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442f88eeeaae4b1ba65e6ac5beaebd1a&quot;,&quot;X&quot;:{&quot;Pos&quot;:0},&quot;Y&quot;:{&quot;Pos&quot;:2}},&quot;whChangeMode&quot;:0}"/>
  <p:tag name="KSO_WM_CHIP_GROUPID" val="5f5ee1ca4d6848d78f644aed"/>
  <p:tag name="KSO_WM_CHIP_XID" val="5f69675b553136823a5e61e2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5"/>
  <p:tag name="KSO_WM_TEMPLATE_ASSEMBLE_XID" val="5fd0b9341fa9d42129dd4cad"/>
  <p:tag name="KSO_WM_TEMPLATE_ASSEMBLE_GROUPID" val="5fd0b9341fa9d42129dd4cad"/>
  <p:tag name="KSO_WM_UNIT_SPLIT_INFO" val="{&quot;type&quot;:&quot;i&quot;,&quot;index&quot;:&quot;3&quot;}"/>
</p:tagLst>
</file>

<file path=ppt/tags/tag210.xml><?xml version="1.0" encoding="utf-8"?>
<p:tagLst xmlns:p="http://schemas.openxmlformats.org/presentationml/2006/main">
  <p:tag name="KSO_WM_SLIDE_ID" val="custom20218281_15"/>
  <p:tag name="KSO_WM_TEMPLATE_SUBCATEGORY" val="21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18281"/>
  <p:tag name="KSO_WM_SLIDE_LAYOUT" val="a_f"/>
  <p:tag name="KSO_WM_SLIDE_LAYOUT_CNT" val="1_1"/>
  <p:tag name="KSO_WM_TEMPLATE_THUMBS_INDEX" val="1、4、7、12、13、14、15、16、17、18、20、24、25、28、33、36、40、43、44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12-09T19:47:00&quot;,&quot;maxSize&quot;:{&quot;size1&quot;:31.100000000000001},&quot;minSize&quot;:{&quot;size1&quot;:20},&quot;normalSize&quot;:{&quot;size1&quot;:22.199999999999999},&quot;subLayout&quot;:[{&quot;id&quot;:&quot;2020-12-09T19:47:00&quot;,&quot;margin&quot;:{&quot;bottom&quot;:0.21199998259544373,&quot;left&quot;:1.6929999589920044,&quot;right&quot;:1.6929999589920044,&quot;top&quot;:1.6929999589920044},&quot;type&quot;:0},{&quot;id&quot;:&quot;2020-12-09T19:47:00&quot;,&quot;margin&quot;:{&quot;bottom&quot;:2.1170001029968262,&quot;left&quot;:5.5029997825622559,&quot;right&quot;:5.5029997825622559,&quot;top&quot;:1.6929999589920044},&quot;type&quot;:0}],&quot;type&quot;:0}"/>
  <p:tag name="KSO_WM_SLIDE_BACKGROUND" val="[&quot;general&quot;]"/>
  <p:tag name="KSO_WM_SLIDE_RATIO" val="1.777778"/>
  <p:tag name="KSO_WM_SLIDE_SIZE" val="864*420"/>
  <p:tag name="KSO_WM_SLIDE_POSITION" val="47*4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9675b553136823a5e61e2"/>
  <p:tag name="KSO_WM_CHIP_FILLPROP" val="[[{&quot;text_align&quot;:&quot;ct&quot;,&quot;text_direction&quot;:&quot;horizontal&quot;,&quot;support_big_font&quot;:false,&quot;fill_id&quot;:&quot;f4e552a498f24ec88a7a49012f3332fe&quot;,&quot;fill_align&quot;:&quot;ct&quot;,&quot;chip_types&quot;:[&quot;header&quot;]},{&quot;text_align&quot;:&quot;lm&quot;,&quot;text_direction&quot;:&quot;horizontal&quot;,&quot;support_big_font&quot;:false,&quot;fill_id&quot;:&quot;174da224636a4d3fbb0d51f2ce0d7c1d&quot;,&quot;fill_align&quot;:&quot;cm&quot;,&quot;chip_types&quot;:[&quot;pictext&quot;,&quot;text&quot;,&quot;picture&quot;,&quot;table&quot;,&quot;video&quot;]}]]"/>
  <p:tag name="FIXED_XID_TMP" val="5f5ee1ca4d6848d78f644aed"/>
  <p:tag name="KSO_WM_CHIP_DECFILLPROP" val="[]"/>
  <p:tag name="KSO_WM_SLIDE_CAN_ADD_NAVIGATION" val="1"/>
  <p:tag name="KSO_WM_CHIP_GROUPID" val="5f5ee1ca4d6848d78f644aed"/>
  <p:tag name="KSO_WM_SLIDE_BK_DARK_LIGHT" val="2"/>
  <p:tag name="KSO_WM_SLIDE_BACKGROUND_TYPE" val="general"/>
  <p:tag name="KSO_WM_SLIDE_SUPPORT_FEATURE_TYPE" val="0"/>
  <p:tag name="KSO_WM_TEMPLATE_ASSEMBLE_XID" val="5fd0b9341fa9d42129dd4cad"/>
  <p:tag name="KSO_WM_TEMPLATE_ASSEMBLE_GROUPID" val="5fd0b9341fa9d42129dd4cad"/>
</p:tagLst>
</file>

<file path=ppt/tags/tag211.xml><?xml version="1.0" encoding="utf-8"?>
<p:tagLst xmlns:p="http://schemas.openxmlformats.org/presentationml/2006/main">
  <p:tag name="KSO_WM_UNIT_ISCONTENTSTITLE" val="0"/>
  <p:tag name="KSO_WM_UNIT_ISNUMDGMTITLE" val="0"/>
  <p:tag name="KSO_WM_UNIT_PRESET_TEXT" val="谢谢观看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8281_20*a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paras&quot;:[{&quot;type&quot;:&quot;pa&quot;,&quot;index&quot;:&quot;1&quot;}]}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8281_20*i*1"/>
  <p:tag name="KSO_WM_TEMPLATE_CATEGORY" val="custom"/>
  <p:tag name="KSO_WM_TEMPLATE_INDEX" val="20218281"/>
  <p:tag name="KSO_WM_UNIT_LAYERLEVEL" val="1"/>
  <p:tag name="KSO_WM_TAG_VERSION" val="1.0"/>
  <p:tag name="KSO_WM_BEAUTIFY_FLAG" val="#wm#"/>
  <p:tag name="KSO_WM_UNIT_SPLIT_INFO" val="{&quot;type&quot;:&quot;i&quot;,&quot;index&quot;:&quot;1&quot;}"/>
  <p:tag name="KSO_WM_UNIT_PRESET_TEXT" val="THANKS"/>
</p:tagLst>
</file>

<file path=ppt/tags/tag213.xml><?xml version="1.0" encoding="utf-8"?>
<p:tagLst xmlns:p="http://schemas.openxmlformats.org/presentationml/2006/main">
  <p:tag name="KSO_WM_SLIDE_ID" val="custom20218281_20"/>
  <p:tag name="KSO_WM_TEMPLATE_SUBCATEGORY" val="0"/>
  <p:tag name="KSO_WM_TEMPLATE_MASTER_TYPE" val="1"/>
  <p:tag name="KSO_WM_TEMPLATE_COLOR_TYPE" val="0"/>
  <p:tag name="KSO_WM_SLIDE_ITEM_CNT" val="0"/>
  <p:tag name="KSO_WM_SLIDE_INDEX" val="20"/>
  <p:tag name="KSO_WM_TAG_VERSION" val="1.0"/>
  <p:tag name="KSO_WM_BEAUTIFY_FLAG" val="#wm#"/>
  <p:tag name="KSO_WM_TEMPLATE_CATEGORY" val="custom"/>
  <p:tag name="KSO_WM_TEMPLATE_INDEX" val="20218281"/>
  <p:tag name="KSO_WM_SLIDE_TYPE" val="endPage"/>
  <p:tag name="KSO_WM_SLIDE_SUBTYPE" val="pureTxt"/>
  <p:tag name="KSO_WM_SLIDE_LAYOUT" val="a_j"/>
  <p:tag name="KSO_WM_SLIDE_LAYOUT_CNT" val="1_1"/>
</p:tagLst>
</file>

<file path=ppt/theme/theme1.xml><?xml version="1.0" encoding="utf-8"?>
<a:theme xmlns:a="http://schemas.openxmlformats.org/drawingml/2006/main" name="1_Office 主题​​">
  <a:themeElements>
    <a:clrScheme name="极简3">
      <a:dk1>
        <a:sysClr val="windowText" lastClr="000000"/>
      </a:dk1>
      <a:lt1>
        <a:sysClr val="window" lastClr="FFFFFF"/>
      </a:lt1>
      <a:dk2>
        <a:srgbClr val="F5F7F8"/>
      </a:dk2>
      <a:lt2>
        <a:srgbClr val="FFFFFF"/>
      </a:lt2>
      <a:accent1>
        <a:srgbClr val="002060"/>
      </a:accent1>
      <a:accent2>
        <a:srgbClr val="1B3366"/>
      </a:accent2>
      <a:accent3>
        <a:srgbClr val="36466D"/>
      </a:accent3>
      <a:accent4>
        <a:srgbClr val="45546A"/>
      </a:accent4>
      <a:accent5>
        <a:srgbClr val="485B5D"/>
      </a:accent5>
      <a:accent6>
        <a:srgbClr val="4B6250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2059</Words>
  <Application>WPS 演示</Application>
  <PresentationFormat>宽屏</PresentationFormat>
  <Paragraphs>96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Arial Bold</vt:lpstr>
      <vt:lpstr>OPPOSans-H</vt:lpstr>
      <vt:lpstr>Thonburi</vt:lpstr>
      <vt:lpstr>汉仪长宋简</vt:lpstr>
      <vt:lpstr>Segoe UI</vt:lpstr>
      <vt:lpstr>苹方-简</vt:lpstr>
      <vt:lpstr>1_Office 主题​​</vt:lpstr>
      <vt:lpstr>工作总结汇报</vt:lpstr>
      <vt:lpstr>PowerPoint 演示文稿</vt:lpstr>
      <vt:lpstr>工作回顾</vt:lpstr>
      <vt:lpstr>PowerPoint 演示文稿</vt:lpstr>
      <vt:lpstr>PowerPoint 演示文稿</vt:lpstr>
      <vt:lpstr>PowerPoint 演示文稿</vt:lpstr>
      <vt:lpstr>PowerPoint 演示文稿</vt:lpstr>
      <vt:lpstr>HTTP协议简介</vt:lpstr>
      <vt:lpstr>PowerPoint 演示文稿</vt:lpstr>
      <vt:lpstr>HTTP缓存介绍</vt:lpstr>
      <vt:lpstr>PowerPoint 演示文稿</vt:lpstr>
      <vt:lpstr>iOS中的网络请求</vt:lpstr>
      <vt:lpstr>PowerPoint 演示文稿</vt:lpstr>
      <vt:lpstr>AFNetworking</vt:lpstr>
      <vt:lpstr>PowerPoint 演示文稿</vt:lpstr>
      <vt:lpstr>YTKNetwork</vt:lpstr>
      <vt:lpstr>PowerPoint 演示文稿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scfhao</dc:creator>
  <cp:lastModifiedBy>遇则安</cp:lastModifiedBy>
  <cp:revision>9</cp:revision>
  <dcterms:created xsi:type="dcterms:W3CDTF">2022-08-25T03:27:15Z</dcterms:created>
  <dcterms:modified xsi:type="dcterms:W3CDTF">2022-08-25T03:27:15Z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2052-4.3.0.7281</vt:lpwstr>
  </property>
  <property fmtid="{D5CDD505-2E9C-101B-9397-08002B2CF9AE}" pid="3" name="ICV">
    <vt:lpwstr>DCD458B15ACC193457D106631C87E20A</vt:lpwstr>
  </property>
</Properties>
</file>