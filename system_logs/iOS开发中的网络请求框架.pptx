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7" r:id="rId3"/>
    <p:sldId id="258" r:id="rId4"/>
    <p:sldId id="259" r:id="rId5"/>
    <p:sldId id="267" r:id="rId6"/>
    <p:sldId id="273" r:id="rId7"/>
    <p:sldId id="274" r:id="rId8"/>
    <p:sldId id="262" r:id="rId9"/>
    <p:sldId id="268" r:id="rId10"/>
    <p:sldId id="287" r:id="rId11"/>
    <p:sldId id="288" r:id="rId12"/>
    <p:sldId id="263" r:id="rId13"/>
    <p:sldId id="269" r:id="rId14"/>
    <p:sldId id="290" r:id="rId15"/>
    <p:sldId id="264" r:id="rId16"/>
    <p:sldId id="270" r:id="rId17"/>
    <p:sldId id="265" r:id="rId18"/>
    <p:sldId id="271" r:id="rId19"/>
    <p:sldId id="291" r:id="rId20"/>
    <p:sldId id="266" r:id="rId21"/>
    <p:sldId id="260" r:id="rId22"/>
    <p:sldId id="261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handoutMaster" Target="handoutMasters/handoutMaster1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tags" Target="../tags/tag2.xml"/><Relationship Id="rId4" Type="http://schemas.openxmlformats.org/officeDocument/2006/relationships/image" Target="../media/image2.png"/><Relationship Id="rId3" Type="http://schemas.openxmlformats.org/officeDocument/2006/relationships/tags" Target="../tags/tag1.xm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7" Type="http://schemas.openxmlformats.org/officeDocument/2006/relationships/tags" Target="../tags/tag16.xml"/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0.xml"/><Relationship Id="rId8" Type="http://schemas.openxmlformats.org/officeDocument/2006/relationships/tags" Target="../tags/tag29.xml"/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7" Type="http://schemas.openxmlformats.org/officeDocument/2006/relationships/tags" Target="../tags/tag66.xml"/><Relationship Id="rId6" Type="http://schemas.openxmlformats.org/officeDocument/2006/relationships/tags" Target="../tags/tag65.xml"/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73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tags" Target="../tags/tag70.xml"/><Relationship Id="rId4" Type="http://schemas.openxmlformats.org/officeDocument/2006/relationships/tags" Target="../tags/tag69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80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87.xml"/><Relationship Id="rId7" Type="http://schemas.openxmlformats.org/officeDocument/2006/relationships/tags" Target="../tags/tag86.xml"/><Relationship Id="rId6" Type="http://schemas.openxmlformats.org/officeDocument/2006/relationships/tags" Target="../tags/tag85.xml"/><Relationship Id="rId5" Type="http://schemas.openxmlformats.org/officeDocument/2006/relationships/tags" Target="../tags/tag84.xml"/><Relationship Id="rId4" Type="http://schemas.openxmlformats.org/officeDocument/2006/relationships/tags" Target="../tags/tag83.xml"/><Relationship Id="rId3" Type="http://schemas.openxmlformats.org/officeDocument/2006/relationships/tags" Target="../tags/tag82.xml"/><Relationship Id="rId2" Type="http://schemas.openxmlformats.org/officeDocument/2006/relationships/tags" Target="../tags/tag81.xml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95.xml"/><Relationship Id="rId8" Type="http://schemas.openxmlformats.org/officeDocument/2006/relationships/tags" Target="../tags/tag94.xml"/><Relationship Id="rId7" Type="http://schemas.openxmlformats.org/officeDocument/2006/relationships/tags" Target="../tags/tag93.xml"/><Relationship Id="rId6" Type="http://schemas.openxmlformats.org/officeDocument/2006/relationships/tags" Target="../tags/tag92.xml"/><Relationship Id="rId5" Type="http://schemas.openxmlformats.org/officeDocument/2006/relationships/tags" Target="../tags/tag91.xml"/><Relationship Id="rId4" Type="http://schemas.openxmlformats.org/officeDocument/2006/relationships/tags" Target="../tags/tag90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0" Type="http://schemas.openxmlformats.org/officeDocument/2006/relationships/tags" Target="../tags/tag96.xml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7" Type="http://schemas.openxmlformats.org/officeDocument/2006/relationships/tags" Target="../tags/tag102.xml"/><Relationship Id="rId6" Type="http://schemas.openxmlformats.org/officeDocument/2006/relationships/tags" Target="../tags/tag101.xml"/><Relationship Id="rId5" Type="http://schemas.openxmlformats.org/officeDocument/2006/relationships/tags" Target="../tags/tag100.xml"/><Relationship Id="rId4" Type="http://schemas.openxmlformats.org/officeDocument/2006/relationships/tags" Target="../tags/tag99.xml"/><Relationship Id="rId3" Type="http://schemas.openxmlformats.org/officeDocument/2006/relationships/tags" Target="../tags/tag98.xml"/><Relationship Id="rId2" Type="http://schemas.openxmlformats.org/officeDocument/2006/relationships/tags" Target="../tags/tag97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10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781050" y="6375400"/>
            <a:ext cx="3975100" cy="127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514351" y="2435225"/>
            <a:ext cx="8483600" cy="1419225"/>
          </a:xfrm>
        </p:spPr>
        <p:txBody>
          <a:bodyPr lIns="90000" tIns="46800" rIns="90000" bIns="46800" anchor="b" anchorCtr="0">
            <a:noAutofit/>
          </a:bodyPr>
          <a:lstStyle>
            <a:lvl1pPr algn="l">
              <a:defRPr sz="8000" spc="600" baseline="0">
                <a:solidFill>
                  <a:schemeClr val="accent1"/>
                </a:solidFill>
                <a:latin typeface="Arial" panose="020B0604020202090204" pitchFamily="34" charset="0"/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514350" y="5707353"/>
            <a:ext cx="3975100" cy="582640"/>
          </a:xfrm>
        </p:spPr>
        <p:txBody>
          <a:bodyPr lIns="90000" tIns="46800" rIns="90000" bIns="46800">
            <a:normAutofit/>
          </a:bodyPr>
          <a:lstStyle>
            <a:lvl1pPr marL="0" indent="0" algn="l" eaLnBrk="1" fontAlgn="auto" latinLnBrk="0" hangingPunct="1">
              <a:lnSpc>
                <a:spcPct val="100000"/>
              </a:lnSpc>
              <a:buNone/>
              <a:defRPr sz="2400" u="none" strike="noStrike" kern="1200" cap="none" spc="200" normalizeH="0" baseline="0">
                <a:solidFill>
                  <a:schemeClr val="accent1"/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3251201" y="3030290"/>
            <a:ext cx="5689600" cy="863958"/>
          </a:xfrm>
        </p:spPr>
        <p:txBody>
          <a:bodyPr lIns="90000" tIns="46800" rIns="90000" bIns="0" anchor="b" anchorCtr="0">
            <a:normAutofit/>
          </a:bodyPr>
          <a:lstStyle>
            <a:lvl1pPr algn="ctr">
              <a:defRPr sz="4400" u="none" strike="noStrike" kern="1200" cap="none" spc="300" normalizeH="0" baseline="0">
                <a:solidFill>
                  <a:schemeClr val="accent1"/>
                </a:solidFill>
                <a:uFillTx/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4"/>
            </p:custDataLst>
          </p:nvPr>
        </p:nvSpPr>
        <p:spPr>
          <a:xfrm>
            <a:off x="2816225" y="3906520"/>
            <a:ext cx="6559550" cy="934720"/>
          </a:xfrm>
        </p:spPr>
        <p:txBody>
          <a:bodyPr lIns="90000" tIns="0" rIns="90000" bIns="46800">
            <a:normAutofit/>
          </a:bodyPr>
          <a:lstStyle>
            <a:lvl1pPr marL="0" indent="0" algn="ctr" eaLnBrk="1" fontAlgn="auto" latinLnBrk="0" hangingPunct="1">
              <a:buNone/>
              <a:defRPr kumimoji="0" lang="zh-CN" altLang="en-US" sz="1600" b="0" i="0" u="none" strike="noStrike" kern="1200" cap="none" spc="150" normalizeH="0" baseline="0" noProof="1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  <a:p>
            <a:pPr lvl="1"/>
            <a:r>
              <a:rPr>
                <a:sym typeface="+mn-ea"/>
              </a:rPr>
              <a:t>第二级</a:t>
            </a:r>
            <a:endParaRPr>
              <a:sym typeface="+mn-ea"/>
            </a:endParaRPr>
          </a:p>
          <a:p>
            <a:pPr lvl="2"/>
            <a:r>
              <a:rPr>
                <a:sym typeface="+mn-ea"/>
              </a:rPr>
              <a:t>第三级</a:t>
            </a:r>
            <a:endParaRPr>
              <a:sym typeface="+mn-ea"/>
            </a:endParaRPr>
          </a:p>
          <a:p>
            <a:pPr lvl="3"/>
            <a:r>
              <a:rPr>
                <a:sym typeface="+mn-ea"/>
              </a:rPr>
              <a:t>第四级</a:t>
            </a:r>
            <a:endParaRPr>
              <a:sym typeface="+mn-ea"/>
            </a:endParaRPr>
          </a:p>
          <a:p>
            <a:pPr lvl="4"/>
            <a:r>
              <a:rPr>
                <a:sym typeface="+mn-ea"/>
              </a:rPr>
              <a:t>第五级</a:t>
            </a:r>
            <a:endParaRPr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latin typeface="Arial" panose="020B0604020202090204" pitchFamily="34" charset="0"/>
                <a:ea typeface="微软雅黑" charset="-122"/>
              </a:defRPr>
            </a:lvl1pPr>
            <a:lvl2pPr>
              <a:defRPr sz="1600" baseline="0">
                <a:latin typeface="Arial" panose="020B0604020202090204" pitchFamily="34" charset="0"/>
                <a:ea typeface="微软雅黑" charset="-122"/>
              </a:defRPr>
            </a:lvl2pPr>
            <a:lvl3pPr>
              <a:defRPr sz="1600" baseline="0">
                <a:latin typeface="Arial" panose="020B0604020202090204" pitchFamily="34" charset="0"/>
                <a:ea typeface="微软雅黑" charset="-122"/>
              </a:defRPr>
            </a:lvl3pPr>
            <a:lvl4pPr>
              <a:defRPr sz="1600" baseline="0">
                <a:latin typeface="Arial" panose="020B0604020202090204" pitchFamily="34" charset="0"/>
                <a:ea typeface="微软雅黑" charset="-122"/>
              </a:defRPr>
            </a:lvl4pPr>
            <a:lvl5pPr>
              <a:defRPr sz="1600" baseline="0"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9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微软雅黑" charset="-122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9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90204" pitchFamily="34" charset="0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latin typeface="Arial" panose="020B0604020202090204" pitchFamily="34" charset="0"/>
                <a:ea typeface="微软雅黑" charset="-122"/>
              </a:defRPr>
            </a:lvl1pPr>
            <a:lvl2pPr indent="0" eaLnBrk="1" fontAlgn="auto" latinLnBrk="0" hangingPunct="1">
              <a:defRPr baseline="0">
                <a:latin typeface="Arial" panose="020B0604020202090204" pitchFamily="34" charset="0"/>
                <a:ea typeface="微软雅黑" charset="-122"/>
              </a:defRPr>
            </a:lvl2pPr>
            <a:lvl3pPr indent="0" eaLnBrk="1" fontAlgn="auto" latinLnBrk="0" hangingPunct="1">
              <a:defRPr baseline="0">
                <a:latin typeface="Arial" panose="020B0604020202090204" pitchFamily="34" charset="0"/>
                <a:ea typeface="微软雅黑" charset="-122"/>
              </a:defRPr>
            </a:lvl3pPr>
            <a:lvl4pPr indent="0" eaLnBrk="1" fontAlgn="auto" latinLnBrk="0" hangingPunct="1">
              <a:defRPr baseline="0">
                <a:latin typeface="Arial" panose="020B0604020202090204" pitchFamily="34" charset="0"/>
                <a:ea typeface="微软雅黑" charset="-122"/>
              </a:defRPr>
            </a:lvl4pPr>
            <a:lvl5pPr indent="0" eaLnBrk="1" fontAlgn="auto" latinLnBrk="0" hangingPunct="1">
              <a:defRPr baseline="0"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716280" y="4438650"/>
            <a:ext cx="7589520" cy="1652298"/>
          </a:xfrm>
        </p:spPr>
        <p:txBody>
          <a:bodyPr vert="horz" lIns="90000" tIns="46800" rIns="90000" bIns="46800" rtlCol="0" anchor="b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9600" b="1" i="0" u="none" strike="noStrike" kern="1200" cap="none" spc="1500" normalizeH="0" baseline="0" noProof="1" dirty="0">
                <a:solidFill>
                  <a:schemeClr val="accent1"/>
                </a:solidFill>
                <a:uFillTx/>
                <a:latin typeface="Arial" panose="020B0604020202090204" pitchFamily="34" charset="0"/>
                <a:ea typeface="微软雅黑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>
              <a:defRPr baseline="0"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>
            <p:custDataLst>
              <p:tags r:id="rId2"/>
            </p:custDataLst>
          </p:nvPr>
        </p:nvSpPr>
        <p:spPr>
          <a:xfrm>
            <a:off x="292800" y="304200"/>
            <a:ext cx="11606400" cy="6249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/>
          <a:lstStyle>
            <a:lvl1pPr>
              <a:defRPr sz="3200"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/>
          <a:lstStyle>
            <a:lvl1pPr>
              <a:defRPr sz="3600"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7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8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/>
          <a:lstStyle>
            <a:lvl1pPr algn="ctr">
              <a:defRPr sz="3600"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7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8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>
            <p:custDataLst>
              <p:tags r:id="rId2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/>
          <a:lstStyle>
            <a:lvl1pPr algn="ctr">
              <a:defRPr sz="3200"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7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8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79600" y="237600"/>
            <a:ext cx="11037600" cy="441964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7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8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9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0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/>
          <a:lstStyle>
            <a:lvl1pPr algn="ctr">
              <a:defRPr sz="6000"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7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tx1"/>
                </a:solidFill>
                <a:latin typeface="Arial" panose="020B0604020202090204" pitchFamily="34" charset="0"/>
                <a:ea typeface="微软雅黑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5" Type="http://schemas.openxmlformats.org/officeDocument/2006/relationships/theme" Target="../theme/theme1.xml"/><Relationship Id="rId24" Type="http://schemas.openxmlformats.org/officeDocument/2006/relationships/tags" Target="../tags/tag108.xml"/><Relationship Id="rId23" Type="http://schemas.openxmlformats.org/officeDocument/2006/relationships/tags" Target="../tags/tag107.xml"/><Relationship Id="rId22" Type="http://schemas.openxmlformats.org/officeDocument/2006/relationships/tags" Target="../tags/tag106.xml"/><Relationship Id="rId21" Type="http://schemas.openxmlformats.org/officeDocument/2006/relationships/tags" Target="../tags/tag105.xml"/><Relationship Id="rId20" Type="http://schemas.openxmlformats.org/officeDocument/2006/relationships/tags" Target="../tags/tag104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103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 baseline="0">
          <a:solidFill>
            <a:schemeClr val="tx1"/>
          </a:solidFill>
          <a:uFillTx/>
          <a:latin typeface="Arial" panose="020B0604020202090204" pitchFamily="34" charset="0"/>
          <a:ea typeface="微软雅黑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90204" pitchFamily="34" charset="0"/>
          <a:ea typeface="微软雅黑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90204" pitchFamily="34" charset="0"/>
          <a:ea typeface="微软雅黑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90204" pitchFamily="34" charset="0"/>
          <a:ea typeface="微软雅黑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90204" pitchFamily="34" charset="0"/>
          <a:ea typeface="微软雅黑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90204" pitchFamily="34" charset="0"/>
          <a:ea typeface="微软雅黑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11.xml"/><Relationship Id="rId2" Type="http://schemas.openxmlformats.org/officeDocument/2006/relationships/tags" Target="../tags/tag110.xml"/><Relationship Id="rId1" Type="http://schemas.openxmlformats.org/officeDocument/2006/relationships/tags" Target="../tags/tag109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20.xml"/><Relationship Id="rId8" Type="http://schemas.openxmlformats.org/officeDocument/2006/relationships/tags" Target="../tags/tag119.xml"/><Relationship Id="rId7" Type="http://schemas.openxmlformats.org/officeDocument/2006/relationships/tags" Target="../tags/tag118.xml"/><Relationship Id="rId6" Type="http://schemas.openxmlformats.org/officeDocument/2006/relationships/tags" Target="../tags/tag117.xml"/><Relationship Id="rId5" Type="http://schemas.openxmlformats.org/officeDocument/2006/relationships/tags" Target="../tags/tag116.xml"/><Relationship Id="rId4" Type="http://schemas.openxmlformats.org/officeDocument/2006/relationships/tags" Target="../tags/tag115.xml"/><Relationship Id="rId3" Type="http://schemas.openxmlformats.org/officeDocument/2006/relationships/tags" Target="../tags/tag114.xml"/><Relationship Id="rId28" Type="http://schemas.openxmlformats.org/officeDocument/2006/relationships/slideLayout" Target="../slideLayouts/slideLayout6.xml"/><Relationship Id="rId27" Type="http://schemas.openxmlformats.org/officeDocument/2006/relationships/tags" Target="../tags/tag138.xml"/><Relationship Id="rId26" Type="http://schemas.openxmlformats.org/officeDocument/2006/relationships/tags" Target="../tags/tag137.xml"/><Relationship Id="rId25" Type="http://schemas.openxmlformats.org/officeDocument/2006/relationships/tags" Target="../tags/tag136.xml"/><Relationship Id="rId24" Type="http://schemas.openxmlformats.org/officeDocument/2006/relationships/tags" Target="../tags/tag135.xml"/><Relationship Id="rId23" Type="http://schemas.openxmlformats.org/officeDocument/2006/relationships/tags" Target="../tags/tag134.xml"/><Relationship Id="rId22" Type="http://schemas.openxmlformats.org/officeDocument/2006/relationships/tags" Target="../tags/tag133.xml"/><Relationship Id="rId21" Type="http://schemas.openxmlformats.org/officeDocument/2006/relationships/tags" Target="../tags/tag132.xml"/><Relationship Id="rId20" Type="http://schemas.openxmlformats.org/officeDocument/2006/relationships/tags" Target="../tags/tag131.xml"/><Relationship Id="rId2" Type="http://schemas.openxmlformats.org/officeDocument/2006/relationships/tags" Target="../tags/tag113.xml"/><Relationship Id="rId19" Type="http://schemas.openxmlformats.org/officeDocument/2006/relationships/tags" Target="../tags/tag130.xml"/><Relationship Id="rId18" Type="http://schemas.openxmlformats.org/officeDocument/2006/relationships/tags" Target="../tags/tag129.xml"/><Relationship Id="rId17" Type="http://schemas.openxmlformats.org/officeDocument/2006/relationships/tags" Target="../tags/tag128.xml"/><Relationship Id="rId16" Type="http://schemas.openxmlformats.org/officeDocument/2006/relationships/tags" Target="../tags/tag127.xml"/><Relationship Id="rId15" Type="http://schemas.openxmlformats.org/officeDocument/2006/relationships/tags" Target="../tags/tag126.xml"/><Relationship Id="rId14" Type="http://schemas.openxmlformats.org/officeDocument/2006/relationships/tags" Target="../tags/tag125.xml"/><Relationship Id="rId13" Type="http://schemas.openxmlformats.org/officeDocument/2006/relationships/tags" Target="../tags/tag124.xml"/><Relationship Id="rId12" Type="http://schemas.openxmlformats.org/officeDocument/2006/relationships/tags" Target="../tags/tag123.xml"/><Relationship Id="rId11" Type="http://schemas.openxmlformats.org/officeDocument/2006/relationships/tags" Target="../tags/tag122.xml"/><Relationship Id="rId10" Type="http://schemas.openxmlformats.org/officeDocument/2006/relationships/tags" Target="../tags/tag121.xml"/><Relationship Id="rId1" Type="http://schemas.openxmlformats.org/officeDocument/2006/relationships/tags" Target="../tags/tag11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141.xml"/><Relationship Id="rId2" Type="http://schemas.openxmlformats.org/officeDocument/2006/relationships/tags" Target="../tags/tag140.xml"/><Relationship Id="rId1" Type="http://schemas.openxmlformats.org/officeDocument/2006/relationships/tags" Target="../tags/tag139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145.xml"/><Relationship Id="rId4" Type="http://schemas.openxmlformats.org/officeDocument/2006/relationships/image" Target="../media/image6.png"/><Relationship Id="rId3" Type="http://schemas.openxmlformats.org/officeDocument/2006/relationships/tags" Target="../tags/tag144.xml"/><Relationship Id="rId2" Type="http://schemas.openxmlformats.org/officeDocument/2006/relationships/tags" Target="../tags/tag143.xml"/><Relationship Id="rId1" Type="http://schemas.openxmlformats.org/officeDocument/2006/relationships/tags" Target="../tags/tag142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51.xml"/><Relationship Id="rId5" Type="http://schemas.openxmlformats.org/officeDocument/2006/relationships/tags" Target="../tags/tag150.xml"/><Relationship Id="rId4" Type="http://schemas.openxmlformats.org/officeDocument/2006/relationships/tags" Target="../tags/tag149.xml"/><Relationship Id="rId3" Type="http://schemas.openxmlformats.org/officeDocument/2006/relationships/tags" Target="../tags/tag148.xml"/><Relationship Id="rId2" Type="http://schemas.openxmlformats.org/officeDocument/2006/relationships/tags" Target="../tags/tag147.xml"/><Relationship Id="rId1" Type="http://schemas.openxmlformats.org/officeDocument/2006/relationships/tags" Target="../tags/tag146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57.xml"/><Relationship Id="rId5" Type="http://schemas.openxmlformats.org/officeDocument/2006/relationships/tags" Target="../tags/tag156.xml"/><Relationship Id="rId4" Type="http://schemas.openxmlformats.org/officeDocument/2006/relationships/tags" Target="../tags/tag155.xml"/><Relationship Id="rId3" Type="http://schemas.openxmlformats.org/officeDocument/2006/relationships/tags" Target="../tags/tag154.xml"/><Relationship Id="rId2" Type="http://schemas.openxmlformats.org/officeDocument/2006/relationships/tags" Target="../tags/tag153.xml"/><Relationship Id="rId1" Type="http://schemas.openxmlformats.org/officeDocument/2006/relationships/tags" Target="../tags/tag15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160.xml"/><Relationship Id="rId2" Type="http://schemas.openxmlformats.org/officeDocument/2006/relationships/tags" Target="../tags/tag159.xml"/><Relationship Id="rId1" Type="http://schemas.openxmlformats.org/officeDocument/2006/relationships/tags" Target="../tags/tag158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66.xml"/><Relationship Id="rId5" Type="http://schemas.openxmlformats.org/officeDocument/2006/relationships/tags" Target="../tags/tag165.xml"/><Relationship Id="rId4" Type="http://schemas.openxmlformats.org/officeDocument/2006/relationships/tags" Target="../tags/tag164.xml"/><Relationship Id="rId3" Type="http://schemas.openxmlformats.org/officeDocument/2006/relationships/tags" Target="../tags/tag163.xml"/><Relationship Id="rId2" Type="http://schemas.openxmlformats.org/officeDocument/2006/relationships/tags" Target="../tags/tag162.xml"/><Relationship Id="rId1" Type="http://schemas.openxmlformats.org/officeDocument/2006/relationships/tags" Target="../tags/tag161.xml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72.xml"/><Relationship Id="rId5" Type="http://schemas.openxmlformats.org/officeDocument/2006/relationships/tags" Target="../tags/tag171.xml"/><Relationship Id="rId4" Type="http://schemas.openxmlformats.org/officeDocument/2006/relationships/tags" Target="../tags/tag170.xml"/><Relationship Id="rId3" Type="http://schemas.openxmlformats.org/officeDocument/2006/relationships/tags" Target="../tags/tag169.xml"/><Relationship Id="rId2" Type="http://schemas.openxmlformats.org/officeDocument/2006/relationships/tags" Target="../tags/tag168.xml"/><Relationship Id="rId1" Type="http://schemas.openxmlformats.org/officeDocument/2006/relationships/tags" Target="../tags/tag167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176.xml"/><Relationship Id="rId4" Type="http://schemas.openxmlformats.org/officeDocument/2006/relationships/image" Target="../media/image7.png"/><Relationship Id="rId3" Type="http://schemas.openxmlformats.org/officeDocument/2006/relationships/tags" Target="../tags/tag175.xml"/><Relationship Id="rId2" Type="http://schemas.openxmlformats.org/officeDocument/2006/relationships/tags" Target="../tags/tag174.xml"/><Relationship Id="rId1" Type="http://schemas.openxmlformats.org/officeDocument/2006/relationships/tags" Target="../tags/tag17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179.xml"/><Relationship Id="rId2" Type="http://schemas.openxmlformats.org/officeDocument/2006/relationships/tags" Target="../tags/tag178.xml"/><Relationship Id="rId1" Type="http://schemas.openxmlformats.org/officeDocument/2006/relationships/tags" Target="../tags/tag177.xml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85.xml"/><Relationship Id="rId5" Type="http://schemas.openxmlformats.org/officeDocument/2006/relationships/tags" Target="../tags/tag184.xml"/><Relationship Id="rId4" Type="http://schemas.openxmlformats.org/officeDocument/2006/relationships/tags" Target="../tags/tag183.xml"/><Relationship Id="rId3" Type="http://schemas.openxmlformats.org/officeDocument/2006/relationships/tags" Target="../tags/tag182.xml"/><Relationship Id="rId2" Type="http://schemas.openxmlformats.org/officeDocument/2006/relationships/tags" Target="../tags/tag181.xml"/><Relationship Id="rId1" Type="http://schemas.openxmlformats.org/officeDocument/2006/relationships/tags" Target="../tags/tag180.xml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91.xml"/><Relationship Id="rId5" Type="http://schemas.openxmlformats.org/officeDocument/2006/relationships/tags" Target="../tags/tag190.xml"/><Relationship Id="rId4" Type="http://schemas.openxmlformats.org/officeDocument/2006/relationships/tags" Target="../tags/tag189.xml"/><Relationship Id="rId3" Type="http://schemas.openxmlformats.org/officeDocument/2006/relationships/tags" Target="../tags/tag188.xml"/><Relationship Id="rId2" Type="http://schemas.openxmlformats.org/officeDocument/2006/relationships/tags" Target="../tags/tag187.xml"/><Relationship Id="rId1" Type="http://schemas.openxmlformats.org/officeDocument/2006/relationships/tags" Target="../tags/tag186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194.xml"/><Relationship Id="rId2" Type="http://schemas.openxmlformats.org/officeDocument/2006/relationships/tags" Target="../tags/tag193.xml"/><Relationship Id="rId1" Type="http://schemas.openxmlformats.org/officeDocument/2006/relationships/tags" Target="../tags/tag192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198.xml"/><Relationship Id="rId4" Type="http://schemas.openxmlformats.org/officeDocument/2006/relationships/image" Target="../media/image8.png"/><Relationship Id="rId3" Type="http://schemas.openxmlformats.org/officeDocument/2006/relationships/tags" Target="../tags/tag197.xml"/><Relationship Id="rId2" Type="http://schemas.openxmlformats.org/officeDocument/2006/relationships/tags" Target="../tags/tag196.xml"/><Relationship Id="rId1" Type="http://schemas.openxmlformats.org/officeDocument/2006/relationships/tags" Target="../tags/tag19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tags" Target="../tags/tag199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205.xml"/><Relationship Id="rId4" Type="http://schemas.openxmlformats.org/officeDocument/2006/relationships/image" Target="../media/image9.png"/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tags" Target="../tags/tag202.xml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209.xml"/><Relationship Id="rId4" Type="http://schemas.openxmlformats.org/officeDocument/2006/relationships/image" Target="../media/image9.png"/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tags" Target="../tags/tag212.xml"/><Relationship Id="rId2" Type="http://schemas.openxmlformats.org/officeDocument/2006/relationships/tags" Target="../tags/tag211.xml"/><Relationship Id="rId1" Type="http://schemas.openxmlformats.org/officeDocument/2006/relationships/tags" Target="../tags/tag210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218.xml"/><Relationship Id="rId5" Type="http://schemas.openxmlformats.org/officeDocument/2006/relationships/tags" Target="../tags/tag217.xml"/><Relationship Id="rId4" Type="http://schemas.openxmlformats.org/officeDocument/2006/relationships/tags" Target="../tags/tag216.xml"/><Relationship Id="rId3" Type="http://schemas.openxmlformats.org/officeDocument/2006/relationships/tags" Target="../tags/tag215.xml"/><Relationship Id="rId2" Type="http://schemas.openxmlformats.org/officeDocument/2006/relationships/tags" Target="../tags/tag214.xml"/><Relationship Id="rId1" Type="http://schemas.openxmlformats.org/officeDocument/2006/relationships/tags" Target="../tags/tag213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tags" Target="../tags/tag221.xml"/><Relationship Id="rId2" Type="http://schemas.openxmlformats.org/officeDocument/2006/relationships/tags" Target="../tags/tag220.xml"/><Relationship Id="rId1" Type="http://schemas.openxmlformats.org/officeDocument/2006/relationships/tags" Target="../tags/tag2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zh-CN" sz="7200" dirty="0"/>
              <a:t>iOS</a:t>
            </a:r>
            <a:r>
              <a:rPr lang="zh-CN" altLang="en-US" sz="7200" dirty="0"/>
              <a:t>开发中的网络请求框架</a:t>
            </a:r>
            <a:endParaRPr lang="zh-CN" altLang="en-US" sz="7200" dirty="0"/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/>
              <a:t>张豪</a:t>
            </a:r>
            <a:r>
              <a:rPr lang="en-US" altLang="zh-CN" dirty="0"/>
              <a:t> 2022/08</a:t>
            </a:r>
            <a:endParaRPr lang="en-US" altLang="zh-CN" dirty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>
            <p:custDataLst>
              <p:tags r:id="rId1"/>
            </p:custDataLst>
          </p:nvPr>
        </p:nvSpPr>
        <p:spPr>
          <a:xfrm>
            <a:off x="1362710" y="1729740"/>
            <a:ext cx="1301750" cy="76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4400" b="1" dirty="0">
                <a:solidFill>
                  <a:schemeClr val="accent1"/>
                </a:solidFill>
                <a:latin typeface="微软雅黑" charset="-122"/>
                <a:ea typeface="微软雅黑" charset="-122"/>
              </a:rPr>
              <a:t>目录</a:t>
            </a:r>
            <a:endParaRPr lang="zh-CN" altLang="en-US" sz="4400" b="1" dirty="0">
              <a:solidFill>
                <a:schemeClr val="accen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1362710" y="859155"/>
            <a:ext cx="39547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400" b="1" dirty="0">
                <a:solidFill>
                  <a:schemeClr val="bg1">
                    <a:lumMod val="95000"/>
                  </a:schemeClr>
                </a:solidFill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CONTENTS</a:t>
            </a:r>
            <a:endParaRPr lang="en-US" altLang="zh-CN" sz="5400" b="1" dirty="0">
              <a:solidFill>
                <a:schemeClr val="bg1">
                  <a:lumMod val="95000"/>
                </a:schemeClr>
              </a:solidFill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cxnSp>
        <p:nvCxnSpPr>
          <p:cNvPr id="77" name="直接连接符 76"/>
          <p:cNvCxnSpPr/>
          <p:nvPr>
            <p:custDataLst>
              <p:tags r:id="rId3"/>
            </p:custDataLst>
          </p:nvPr>
        </p:nvCxnSpPr>
        <p:spPr>
          <a:xfrm>
            <a:off x="5347358" y="5499850"/>
            <a:ext cx="1370965" cy="0"/>
          </a:xfrm>
          <a:prstGeom prst="line">
            <a:avLst/>
          </a:prstGeom>
          <a:ln>
            <a:solidFill>
              <a:schemeClr val="lt1">
                <a:lumMod val="95000"/>
              </a:schemeClr>
            </a:solidFill>
            <a:prstDash val="sysDash"/>
          </a:ln>
        </p:spPr>
        <p:style>
          <a:lnRef idx="1">
            <a:srgbClr val="1F74AD"/>
          </a:lnRef>
          <a:fillRef idx="0">
            <a:srgbClr val="1F74AD"/>
          </a:fillRef>
          <a:effectRef idx="0">
            <a:srgbClr val="1F74AD"/>
          </a:effectRef>
          <a:fontRef idx="minor">
            <a:srgbClr val="000000"/>
          </a:fontRef>
        </p:style>
      </p:cxnSp>
      <p:sp>
        <p:nvSpPr>
          <p:cNvPr id="78" name="矩形 77"/>
          <p:cNvSpPr/>
          <p:nvPr>
            <p:custDataLst>
              <p:tags r:id="rId4"/>
            </p:custDataLst>
          </p:nvPr>
        </p:nvSpPr>
        <p:spPr>
          <a:xfrm>
            <a:off x="5052718" y="5473073"/>
            <a:ext cx="294640" cy="43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rgbClr val="1F74AD">
              <a:shade val="50000"/>
            </a:srgbClr>
          </a:lnRef>
          <a:fillRef idx="1">
            <a:srgbClr val="1F74AD"/>
          </a:fillRef>
          <a:effectRef idx="0">
            <a:srgbClr val="1F74AD"/>
          </a:effectRef>
          <a:fontRef idx="minor">
            <a:sysClr val="window" lastClr="FFFFFF"/>
          </a:fontRef>
        </p:style>
        <p:txBody>
          <a:bodyPr rtlCol="0" anchor="ctr">
            <a:normAutofit fontScale="2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微软雅黑" charset="-122"/>
              <a:ea typeface="微软雅黑" charset="-122"/>
              <a:sym typeface="Arial" panose="020B0604020202090204" pitchFamily="34" charset="0"/>
            </a:endParaRPr>
          </a:p>
        </p:txBody>
      </p:sp>
      <p:sp>
        <p:nvSpPr>
          <p:cNvPr id="80" name="标题 1"/>
          <p:cNvSpPr txBox="1"/>
          <p:nvPr>
            <p:custDataLst>
              <p:tags r:id="rId5"/>
            </p:custDataLst>
          </p:nvPr>
        </p:nvSpPr>
        <p:spPr>
          <a:xfrm>
            <a:off x="4606948" y="4910938"/>
            <a:ext cx="323850" cy="601504"/>
          </a:xfrm>
          <a:prstGeom prst="rect">
            <a:avLst/>
          </a:prstGeom>
          <a:noFill/>
        </p:spPr>
        <p:txBody>
          <a:bodyPr wrap="square" lIns="0" tIns="0" rIns="0" bIns="0" rtlCol="0">
            <a:normAutofit lnSpcReduction="10000"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/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</a:pPr>
            <a:r>
              <a:rPr lang="en-US" altLang="zh-CN" sz="4000" b="1" spc="480" dirty="0">
                <a:solidFill>
                  <a:schemeClr val="accent1"/>
                </a:solidFill>
                <a:latin typeface="Arial Bold" panose="020B0604020202090204" charset="0"/>
                <a:ea typeface="汉仪长宋简" panose="02010600000101010101" charset="-122"/>
                <a:cs typeface="Arial Bold" panose="020B0604020202090204" charset="0"/>
                <a:sym typeface="Arial" panose="020B0604020202090204" pitchFamily="34" charset="0"/>
              </a:rPr>
              <a:t>5</a:t>
            </a:r>
            <a:endParaRPr kumimoji="0" lang="en-US" altLang="zh-CN" sz="4000" b="1" u="none" strike="noStrike" kern="1200" cap="none" spc="480" normalizeH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 Bold" panose="020B0604020202090204" charset="0"/>
              <a:ea typeface="汉仪长宋简" panose="02010600000101010101" charset="-122"/>
              <a:cs typeface="Arial Bold" panose="020B0604020202090204" charset="0"/>
              <a:sym typeface="Arial" panose="020B0604020202090204" pitchFamily="34" charset="0"/>
            </a:endParaRPr>
          </a:p>
        </p:txBody>
      </p:sp>
      <p:sp>
        <p:nvSpPr>
          <p:cNvPr id="81" name="文本框 80"/>
          <p:cNvSpPr txBox="1"/>
          <p:nvPr>
            <p:custDataLst>
              <p:tags r:id="rId6"/>
            </p:custDataLst>
          </p:nvPr>
        </p:nvSpPr>
        <p:spPr>
          <a:xfrm>
            <a:off x="4949213" y="4860308"/>
            <a:ext cx="2246630" cy="567681"/>
          </a:xfrm>
          <a:prstGeom prst="rect">
            <a:avLst/>
          </a:prstGeom>
          <a:noFill/>
        </p:spPr>
        <p:txBody>
          <a:bodyPr wrap="square" bIns="36000" rtlCol="0" anchor="b" anchorCtr="0">
            <a:normAutofit fontScale="7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</a:pPr>
            <a:r>
              <a:rPr lang="en-US" altLang="zh-CN" sz="3200" b="1" spc="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YTKNetwork</a:t>
            </a:r>
            <a:endParaRPr lang="en-US" altLang="zh-CN" sz="3200" b="1" spc="200" dirty="0">
              <a:solidFill>
                <a:schemeClr val="tx1">
                  <a:lumMod val="85000"/>
                  <a:lumOff val="15000"/>
                </a:schemeClr>
              </a:solidFill>
              <a:latin typeface="微软雅黑" charset="-122"/>
              <a:ea typeface="微软雅黑" charset="-122"/>
            </a:endParaRPr>
          </a:p>
        </p:txBody>
      </p:sp>
      <p:cxnSp>
        <p:nvCxnSpPr>
          <p:cNvPr id="25" name="直接连接符 24"/>
          <p:cNvCxnSpPr/>
          <p:nvPr>
            <p:custDataLst>
              <p:tags r:id="rId7"/>
            </p:custDataLst>
          </p:nvPr>
        </p:nvCxnSpPr>
        <p:spPr>
          <a:xfrm>
            <a:off x="5347358" y="3888244"/>
            <a:ext cx="1370965" cy="0"/>
          </a:xfrm>
          <a:prstGeom prst="line">
            <a:avLst/>
          </a:prstGeom>
          <a:ln>
            <a:solidFill>
              <a:schemeClr val="lt1">
                <a:lumMod val="95000"/>
              </a:schemeClr>
            </a:solidFill>
            <a:prstDash val="sysDash"/>
          </a:ln>
        </p:spPr>
        <p:style>
          <a:lnRef idx="1">
            <a:srgbClr val="1F74AD"/>
          </a:lnRef>
          <a:fillRef idx="0">
            <a:srgbClr val="1F74AD"/>
          </a:fillRef>
          <a:effectRef idx="0">
            <a:srgbClr val="1F74AD"/>
          </a:effectRef>
          <a:fontRef idx="minor">
            <a:srgbClr val="000000"/>
          </a:fontRef>
        </p:style>
      </p:cxnSp>
      <p:sp>
        <p:nvSpPr>
          <p:cNvPr id="26" name="矩形 25"/>
          <p:cNvSpPr/>
          <p:nvPr>
            <p:custDataLst>
              <p:tags r:id="rId8"/>
            </p:custDataLst>
          </p:nvPr>
        </p:nvSpPr>
        <p:spPr>
          <a:xfrm>
            <a:off x="5052718" y="3861467"/>
            <a:ext cx="294640" cy="43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rgbClr val="1F74AD">
              <a:shade val="50000"/>
            </a:srgbClr>
          </a:lnRef>
          <a:fillRef idx="1">
            <a:srgbClr val="1F74AD"/>
          </a:fillRef>
          <a:effectRef idx="0">
            <a:srgbClr val="1F74AD"/>
          </a:effectRef>
          <a:fontRef idx="minor">
            <a:sysClr val="window" lastClr="FFFFFF"/>
          </a:fontRef>
        </p:style>
        <p:txBody>
          <a:bodyPr rtlCol="0" anchor="ctr">
            <a:normAutofit fontScale="2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微软雅黑" charset="-122"/>
              <a:ea typeface="微软雅黑" charset="-122"/>
              <a:sym typeface="Arial" panose="020B0604020202090204" pitchFamily="34" charset="0"/>
            </a:endParaRPr>
          </a:p>
        </p:txBody>
      </p:sp>
      <p:sp>
        <p:nvSpPr>
          <p:cNvPr id="27" name="标题 1"/>
          <p:cNvSpPr txBox="1"/>
          <p:nvPr>
            <p:custDataLst>
              <p:tags r:id="rId9"/>
            </p:custDataLst>
          </p:nvPr>
        </p:nvSpPr>
        <p:spPr>
          <a:xfrm>
            <a:off x="4606948" y="3299332"/>
            <a:ext cx="323850" cy="601504"/>
          </a:xfrm>
          <a:prstGeom prst="rect">
            <a:avLst/>
          </a:prstGeom>
          <a:noFill/>
        </p:spPr>
        <p:txBody>
          <a:bodyPr wrap="square" lIns="0" tIns="0" rIns="0" bIns="0" rtlCol="0">
            <a:normAutofit lnSpcReduction="10000"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/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</a:pPr>
            <a:r>
              <a:rPr lang="en-US" altLang="zh-CN" sz="4000" b="1" spc="480" dirty="0">
                <a:solidFill>
                  <a:schemeClr val="accent1"/>
                </a:solidFill>
                <a:latin typeface="Arial Bold" panose="020B0604020202090204" charset="0"/>
                <a:ea typeface="汉仪长宋简" panose="02010600000101010101" charset="-122"/>
                <a:cs typeface="Arial Bold" panose="020B0604020202090204" charset="0"/>
                <a:sym typeface="Arial" panose="020B0604020202090204" pitchFamily="34" charset="0"/>
              </a:rPr>
              <a:t>2</a:t>
            </a:r>
            <a:endParaRPr kumimoji="0" lang="en-US" altLang="zh-CN" sz="4000" b="1" u="none" strike="noStrike" kern="1200" cap="none" spc="480" normalizeH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 Bold" panose="020B0604020202090204" charset="0"/>
              <a:ea typeface="汉仪长宋简" panose="02010600000101010101" charset="-122"/>
              <a:cs typeface="Arial Bold" panose="020B0604020202090204" charset="0"/>
              <a:sym typeface="Arial" panose="020B0604020202090204" pitchFamily="34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10"/>
            </p:custDataLst>
          </p:nvPr>
        </p:nvSpPr>
        <p:spPr>
          <a:xfrm>
            <a:off x="4949213" y="3248702"/>
            <a:ext cx="2246630" cy="567681"/>
          </a:xfrm>
          <a:prstGeom prst="rect">
            <a:avLst/>
          </a:prstGeom>
          <a:noFill/>
        </p:spPr>
        <p:txBody>
          <a:bodyPr wrap="square" bIns="36000" rtlCol="0" anchor="b" anchorCtr="0">
            <a:normAutofit fontScale="7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</a:pPr>
            <a:r>
              <a:rPr kumimoji="0" lang="en-US" altLang="zh-CN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HTTP</a:t>
            </a:r>
            <a:r>
              <a:rPr kumimoji="0" lang="zh-CN" altLang="en-US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缓存介绍</a:t>
            </a:r>
            <a:endParaRPr kumimoji="0" lang="zh-CN" altLang="en-US" sz="3200" b="1" i="0" kern="1200" cap="none" spc="200" normalizeH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微软雅黑" charset="-122"/>
              <a:ea typeface="微软雅黑" charset="-122"/>
            </a:endParaRPr>
          </a:p>
        </p:txBody>
      </p:sp>
      <p:cxnSp>
        <p:nvCxnSpPr>
          <p:cNvPr id="30" name="直接连接符 29"/>
          <p:cNvCxnSpPr/>
          <p:nvPr>
            <p:custDataLst>
              <p:tags r:id="rId11"/>
            </p:custDataLst>
          </p:nvPr>
        </p:nvCxnSpPr>
        <p:spPr>
          <a:xfrm>
            <a:off x="2021248" y="3888244"/>
            <a:ext cx="1370965" cy="0"/>
          </a:xfrm>
          <a:prstGeom prst="line">
            <a:avLst/>
          </a:prstGeom>
          <a:ln>
            <a:solidFill>
              <a:schemeClr val="lt1">
                <a:lumMod val="95000"/>
              </a:schemeClr>
            </a:solidFill>
            <a:prstDash val="sysDash"/>
          </a:ln>
        </p:spPr>
        <p:style>
          <a:lnRef idx="1">
            <a:srgbClr val="1F74AD"/>
          </a:lnRef>
          <a:fillRef idx="0">
            <a:srgbClr val="1F74AD"/>
          </a:fillRef>
          <a:effectRef idx="0">
            <a:srgbClr val="1F74AD"/>
          </a:effectRef>
          <a:fontRef idx="minor">
            <a:srgbClr val="000000"/>
          </a:fontRef>
        </p:style>
      </p:cxnSp>
      <p:sp>
        <p:nvSpPr>
          <p:cNvPr id="31" name="矩形 30"/>
          <p:cNvSpPr/>
          <p:nvPr>
            <p:custDataLst>
              <p:tags r:id="rId12"/>
            </p:custDataLst>
          </p:nvPr>
        </p:nvSpPr>
        <p:spPr>
          <a:xfrm>
            <a:off x="1726608" y="3861467"/>
            <a:ext cx="294640" cy="43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rgbClr val="1F74AD">
              <a:shade val="50000"/>
            </a:srgbClr>
          </a:lnRef>
          <a:fillRef idx="1">
            <a:srgbClr val="1F74AD"/>
          </a:fillRef>
          <a:effectRef idx="0">
            <a:srgbClr val="1F74AD"/>
          </a:effectRef>
          <a:fontRef idx="minor">
            <a:sysClr val="window" lastClr="FFFFFF"/>
          </a:fontRef>
        </p:style>
        <p:txBody>
          <a:bodyPr rtlCol="0" anchor="ctr">
            <a:normAutofit fontScale="2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微软雅黑" charset="-122"/>
              <a:ea typeface="微软雅黑" charset="-122"/>
              <a:sym typeface="Arial" panose="020B0604020202090204" pitchFamily="34" charset="0"/>
            </a:endParaRPr>
          </a:p>
        </p:txBody>
      </p:sp>
      <p:sp>
        <p:nvSpPr>
          <p:cNvPr id="32" name="标题 1"/>
          <p:cNvSpPr txBox="1"/>
          <p:nvPr>
            <p:custDataLst>
              <p:tags r:id="rId13"/>
            </p:custDataLst>
          </p:nvPr>
        </p:nvSpPr>
        <p:spPr>
          <a:xfrm>
            <a:off x="1280838" y="3299332"/>
            <a:ext cx="323850" cy="601504"/>
          </a:xfrm>
          <a:prstGeom prst="rect">
            <a:avLst/>
          </a:prstGeom>
          <a:noFill/>
        </p:spPr>
        <p:txBody>
          <a:bodyPr wrap="square" lIns="0" tIns="0" rIns="0" bIns="0" rtlCol="0">
            <a:normAutofit lnSpcReduction="10000"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/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</a:pPr>
            <a:r>
              <a:rPr lang="en-US" altLang="zh-CN" sz="4000" b="1" spc="480" dirty="0">
                <a:solidFill>
                  <a:schemeClr val="accent1"/>
                </a:solidFill>
                <a:latin typeface="Arial Bold" panose="020B0604020202090204" charset="0"/>
                <a:ea typeface="汉仪长宋简" panose="02010600000101010101" charset="-122"/>
                <a:cs typeface="Arial Bold" panose="020B0604020202090204" charset="0"/>
                <a:sym typeface="Arial" panose="020B0604020202090204" pitchFamily="34" charset="0"/>
              </a:rPr>
              <a:t>1</a:t>
            </a:r>
            <a:endParaRPr kumimoji="0" lang="en-US" altLang="zh-CN" sz="4000" b="1" u="none" strike="noStrike" kern="1200" cap="none" spc="480" normalizeH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 Bold" panose="020B0604020202090204" charset="0"/>
              <a:ea typeface="汉仪长宋简" panose="02010600000101010101" charset="-122"/>
              <a:cs typeface="Arial Bold" panose="020B0604020202090204" charset="0"/>
              <a:sym typeface="Arial" panose="020B0604020202090204" pitchFamily="34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14"/>
            </p:custDataLst>
          </p:nvPr>
        </p:nvSpPr>
        <p:spPr>
          <a:xfrm>
            <a:off x="1623103" y="3248702"/>
            <a:ext cx="2246630" cy="567681"/>
          </a:xfrm>
          <a:prstGeom prst="rect">
            <a:avLst/>
          </a:prstGeom>
          <a:noFill/>
        </p:spPr>
        <p:txBody>
          <a:bodyPr wrap="square" bIns="36000" rtlCol="0" anchor="b" anchorCtr="0">
            <a:normAutofit fontScale="7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</a:pPr>
            <a:r>
              <a:rPr kumimoji="0" lang="en-US" altLang="zh-CN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HTTP</a:t>
            </a:r>
            <a:r>
              <a:rPr kumimoji="0" lang="zh-CN" altLang="en-US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协议简介</a:t>
            </a:r>
            <a:endParaRPr kumimoji="0" lang="zh-CN" altLang="en-US" sz="3200" b="1" i="0" kern="1200" cap="none" spc="200" normalizeH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微软雅黑" charset="-122"/>
              <a:ea typeface="微软雅黑" charset="-122"/>
            </a:endParaRPr>
          </a:p>
        </p:txBody>
      </p:sp>
      <p:cxnSp>
        <p:nvCxnSpPr>
          <p:cNvPr id="35" name="直接连接符 34"/>
          <p:cNvCxnSpPr/>
          <p:nvPr>
            <p:custDataLst>
              <p:tags r:id="rId15"/>
            </p:custDataLst>
          </p:nvPr>
        </p:nvCxnSpPr>
        <p:spPr>
          <a:xfrm>
            <a:off x="2021248" y="5499850"/>
            <a:ext cx="1370965" cy="0"/>
          </a:xfrm>
          <a:prstGeom prst="line">
            <a:avLst/>
          </a:prstGeom>
          <a:ln>
            <a:solidFill>
              <a:schemeClr val="lt1">
                <a:lumMod val="95000"/>
              </a:schemeClr>
            </a:solidFill>
            <a:prstDash val="sysDash"/>
          </a:ln>
        </p:spPr>
        <p:style>
          <a:lnRef idx="1">
            <a:srgbClr val="1F74AD"/>
          </a:lnRef>
          <a:fillRef idx="0">
            <a:srgbClr val="1F74AD"/>
          </a:fillRef>
          <a:effectRef idx="0">
            <a:srgbClr val="1F74AD"/>
          </a:effectRef>
          <a:fontRef idx="minor">
            <a:srgbClr val="000000"/>
          </a:fontRef>
        </p:style>
      </p:cxnSp>
      <p:sp>
        <p:nvSpPr>
          <p:cNvPr id="36" name="矩形 35"/>
          <p:cNvSpPr/>
          <p:nvPr>
            <p:custDataLst>
              <p:tags r:id="rId16"/>
            </p:custDataLst>
          </p:nvPr>
        </p:nvSpPr>
        <p:spPr>
          <a:xfrm>
            <a:off x="1726608" y="5473073"/>
            <a:ext cx="294640" cy="43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rgbClr val="1F74AD">
              <a:shade val="50000"/>
            </a:srgbClr>
          </a:lnRef>
          <a:fillRef idx="1">
            <a:srgbClr val="1F74AD"/>
          </a:fillRef>
          <a:effectRef idx="0">
            <a:srgbClr val="1F74AD"/>
          </a:effectRef>
          <a:fontRef idx="minor">
            <a:sysClr val="window" lastClr="FFFFFF"/>
          </a:fontRef>
        </p:style>
        <p:txBody>
          <a:bodyPr rtlCol="0" anchor="ctr">
            <a:normAutofit fontScale="2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微软雅黑" charset="-122"/>
              <a:ea typeface="微软雅黑" charset="-122"/>
              <a:sym typeface="Arial" panose="020B0604020202090204" pitchFamily="34" charset="0"/>
            </a:endParaRPr>
          </a:p>
        </p:txBody>
      </p:sp>
      <p:sp>
        <p:nvSpPr>
          <p:cNvPr id="37" name="标题 1"/>
          <p:cNvSpPr txBox="1"/>
          <p:nvPr>
            <p:custDataLst>
              <p:tags r:id="rId17"/>
            </p:custDataLst>
          </p:nvPr>
        </p:nvSpPr>
        <p:spPr>
          <a:xfrm>
            <a:off x="1280838" y="4910938"/>
            <a:ext cx="323850" cy="601504"/>
          </a:xfrm>
          <a:prstGeom prst="rect">
            <a:avLst/>
          </a:prstGeom>
          <a:noFill/>
        </p:spPr>
        <p:txBody>
          <a:bodyPr wrap="square" lIns="0" tIns="0" rIns="0" bIns="0" rtlCol="0">
            <a:normAutofit lnSpcReduction="10000"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/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</a:pPr>
            <a:r>
              <a:rPr kumimoji="0" lang="en-US" altLang="zh-CN" sz="4000" b="1" u="none" strike="noStrike" kern="1200" cap="none" spc="480" normalizeH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 Bold" panose="020B0604020202090204" charset="0"/>
                <a:ea typeface="汉仪长宋简" panose="02010600000101010101" charset="-122"/>
                <a:cs typeface="Arial Bold" panose="020B0604020202090204" charset="0"/>
                <a:sym typeface="Arial" panose="020B0604020202090204" pitchFamily="34" charset="0"/>
              </a:rPr>
              <a:t>4</a:t>
            </a:r>
            <a:endParaRPr kumimoji="0" lang="en-US" altLang="zh-CN" sz="4000" b="1" u="none" strike="noStrike" kern="1200" cap="none" spc="480" normalizeH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 Bold" panose="020B0604020202090204" charset="0"/>
              <a:ea typeface="汉仪长宋简" panose="02010600000101010101" charset="-122"/>
              <a:cs typeface="Arial Bold" panose="020B0604020202090204" charset="0"/>
              <a:sym typeface="Arial" panose="020B0604020202090204" pitchFamily="34" charset="0"/>
            </a:endParaRPr>
          </a:p>
        </p:txBody>
      </p:sp>
      <p:sp>
        <p:nvSpPr>
          <p:cNvPr id="38" name="文本框 37"/>
          <p:cNvSpPr txBox="1"/>
          <p:nvPr>
            <p:custDataLst>
              <p:tags r:id="rId18"/>
            </p:custDataLst>
          </p:nvPr>
        </p:nvSpPr>
        <p:spPr>
          <a:xfrm>
            <a:off x="1623103" y="4860308"/>
            <a:ext cx="2246630" cy="567681"/>
          </a:xfrm>
          <a:prstGeom prst="rect">
            <a:avLst/>
          </a:prstGeom>
          <a:noFill/>
        </p:spPr>
        <p:txBody>
          <a:bodyPr wrap="square" bIns="36000" rtlCol="0" anchor="b" anchorCtr="0">
            <a:normAutofit fontScale="6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</a:pPr>
            <a:r>
              <a:rPr kumimoji="0" lang="en-US" altLang="zh-CN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AFNetworking</a:t>
            </a:r>
            <a:endParaRPr kumimoji="0" lang="en-US" altLang="zh-CN" sz="3200" b="1" i="0" kern="1200" cap="none" spc="200" normalizeH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微软雅黑" charset="-122"/>
              <a:ea typeface="微软雅黑" charset="-122"/>
            </a:endParaRPr>
          </a:p>
        </p:txBody>
      </p:sp>
      <p:cxnSp>
        <p:nvCxnSpPr>
          <p:cNvPr id="39" name="直接连接符 38"/>
          <p:cNvCxnSpPr/>
          <p:nvPr>
            <p:custDataLst>
              <p:tags r:id="rId19"/>
            </p:custDataLst>
          </p:nvPr>
        </p:nvCxnSpPr>
        <p:spPr>
          <a:xfrm>
            <a:off x="8673468" y="5499850"/>
            <a:ext cx="1370965" cy="0"/>
          </a:xfrm>
          <a:prstGeom prst="line">
            <a:avLst/>
          </a:prstGeom>
          <a:ln>
            <a:solidFill>
              <a:schemeClr val="lt1">
                <a:lumMod val="95000"/>
              </a:schemeClr>
            </a:solidFill>
            <a:prstDash val="sysDash"/>
          </a:ln>
        </p:spPr>
        <p:style>
          <a:lnRef idx="1">
            <a:srgbClr val="1F74AD"/>
          </a:lnRef>
          <a:fillRef idx="0">
            <a:srgbClr val="1F74AD"/>
          </a:fillRef>
          <a:effectRef idx="0">
            <a:srgbClr val="1F74AD"/>
          </a:effectRef>
          <a:fontRef idx="minor">
            <a:srgbClr val="000000"/>
          </a:fontRef>
        </p:style>
      </p:cxnSp>
      <p:sp>
        <p:nvSpPr>
          <p:cNvPr id="40" name="矩形 39"/>
          <p:cNvSpPr/>
          <p:nvPr>
            <p:custDataLst>
              <p:tags r:id="rId20"/>
            </p:custDataLst>
          </p:nvPr>
        </p:nvSpPr>
        <p:spPr>
          <a:xfrm>
            <a:off x="8378828" y="5473073"/>
            <a:ext cx="294640" cy="43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rgbClr val="1F74AD">
              <a:shade val="50000"/>
            </a:srgbClr>
          </a:lnRef>
          <a:fillRef idx="1">
            <a:srgbClr val="1F74AD"/>
          </a:fillRef>
          <a:effectRef idx="0">
            <a:srgbClr val="1F74AD"/>
          </a:effectRef>
          <a:fontRef idx="minor">
            <a:sysClr val="window" lastClr="FFFFFF"/>
          </a:fontRef>
        </p:style>
        <p:txBody>
          <a:bodyPr rtlCol="0" anchor="ctr">
            <a:normAutofit fontScale="2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微软雅黑" charset="-122"/>
              <a:ea typeface="微软雅黑" charset="-122"/>
              <a:sym typeface="Arial" panose="020B0604020202090204" pitchFamily="34" charset="0"/>
            </a:endParaRPr>
          </a:p>
        </p:txBody>
      </p:sp>
      <p:sp>
        <p:nvSpPr>
          <p:cNvPr id="41" name="标题 1"/>
          <p:cNvSpPr txBox="1"/>
          <p:nvPr>
            <p:custDataLst>
              <p:tags r:id="rId21"/>
            </p:custDataLst>
          </p:nvPr>
        </p:nvSpPr>
        <p:spPr>
          <a:xfrm>
            <a:off x="7933058" y="4910938"/>
            <a:ext cx="323850" cy="601504"/>
          </a:xfrm>
          <a:prstGeom prst="rect">
            <a:avLst/>
          </a:prstGeom>
          <a:noFill/>
        </p:spPr>
        <p:txBody>
          <a:bodyPr wrap="square" lIns="0" tIns="0" rIns="0" bIns="0" rtlCol="0">
            <a:normAutofit lnSpcReduction="10000"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/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</a:pPr>
            <a:r>
              <a:rPr lang="en-US" altLang="zh-CN" sz="4000" b="1" spc="480" dirty="0">
                <a:solidFill>
                  <a:schemeClr val="accent1"/>
                </a:solidFill>
                <a:latin typeface="Arial Bold" panose="020B0604020202090204" charset="0"/>
                <a:ea typeface="汉仪长宋简" panose="02010600000101010101" charset="-122"/>
                <a:cs typeface="Arial Bold" panose="020B0604020202090204" charset="0"/>
                <a:sym typeface="Arial" panose="020B0604020202090204" pitchFamily="34" charset="0"/>
              </a:rPr>
              <a:t>6</a:t>
            </a:r>
            <a:endParaRPr kumimoji="0" lang="en-US" altLang="zh-CN" sz="4000" b="1" u="none" strike="noStrike" kern="1200" cap="none" spc="480" normalizeH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 Bold" panose="020B0604020202090204" charset="0"/>
              <a:ea typeface="汉仪长宋简" panose="02010600000101010101" charset="-122"/>
              <a:cs typeface="Arial Bold" panose="020B0604020202090204" charset="0"/>
              <a:sym typeface="Arial" panose="020B0604020202090204" pitchFamily="34" charset="0"/>
            </a:endParaRPr>
          </a:p>
        </p:txBody>
      </p:sp>
      <p:sp>
        <p:nvSpPr>
          <p:cNvPr id="42" name="文本框 41"/>
          <p:cNvSpPr txBox="1"/>
          <p:nvPr>
            <p:custDataLst>
              <p:tags r:id="rId22"/>
            </p:custDataLst>
          </p:nvPr>
        </p:nvSpPr>
        <p:spPr>
          <a:xfrm>
            <a:off x="8275323" y="4860308"/>
            <a:ext cx="2246630" cy="567681"/>
          </a:xfrm>
          <a:prstGeom prst="rect">
            <a:avLst/>
          </a:prstGeom>
          <a:noFill/>
        </p:spPr>
        <p:txBody>
          <a:bodyPr wrap="square" bIns="36000" rtlCol="0" anchor="b" anchorCtr="0">
            <a:normAutofit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</a:pPr>
            <a:r>
              <a:rPr lang="zh-CN" altLang="en-US" sz="3200" b="1" spc="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charset="-122"/>
                <a:ea typeface="微软雅黑" charset="-122"/>
              </a:rPr>
              <a:t>对比</a:t>
            </a:r>
            <a:endParaRPr lang="zh-CN" altLang="en-US" sz="3200" b="1" spc="200" dirty="0">
              <a:solidFill>
                <a:schemeClr val="tx1">
                  <a:lumMod val="85000"/>
                  <a:lumOff val="15000"/>
                </a:schemeClr>
              </a:solidFill>
              <a:latin typeface="微软雅黑" charset="-122"/>
              <a:ea typeface="微软雅黑" charset="-122"/>
            </a:endParaRPr>
          </a:p>
        </p:txBody>
      </p:sp>
      <p:cxnSp>
        <p:nvCxnSpPr>
          <p:cNvPr id="44" name="直接连接符 43"/>
          <p:cNvCxnSpPr/>
          <p:nvPr>
            <p:custDataLst>
              <p:tags r:id="rId23"/>
            </p:custDataLst>
          </p:nvPr>
        </p:nvCxnSpPr>
        <p:spPr>
          <a:xfrm>
            <a:off x="8673468" y="3888244"/>
            <a:ext cx="1370965" cy="0"/>
          </a:xfrm>
          <a:prstGeom prst="line">
            <a:avLst/>
          </a:prstGeom>
          <a:ln>
            <a:solidFill>
              <a:schemeClr val="lt1">
                <a:lumMod val="95000"/>
              </a:schemeClr>
            </a:solidFill>
            <a:prstDash val="sysDash"/>
          </a:ln>
        </p:spPr>
        <p:style>
          <a:lnRef idx="1">
            <a:srgbClr val="1F74AD"/>
          </a:lnRef>
          <a:fillRef idx="0">
            <a:srgbClr val="1F74AD"/>
          </a:fillRef>
          <a:effectRef idx="0">
            <a:srgbClr val="1F74AD"/>
          </a:effectRef>
          <a:fontRef idx="minor">
            <a:srgbClr val="000000"/>
          </a:fontRef>
        </p:style>
      </p:cxnSp>
      <p:sp>
        <p:nvSpPr>
          <p:cNvPr id="45" name="矩形 44"/>
          <p:cNvSpPr/>
          <p:nvPr>
            <p:custDataLst>
              <p:tags r:id="rId24"/>
            </p:custDataLst>
          </p:nvPr>
        </p:nvSpPr>
        <p:spPr>
          <a:xfrm>
            <a:off x="8378828" y="3861467"/>
            <a:ext cx="294640" cy="43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rgbClr val="1F74AD">
              <a:shade val="50000"/>
            </a:srgbClr>
          </a:lnRef>
          <a:fillRef idx="1">
            <a:srgbClr val="1F74AD"/>
          </a:fillRef>
          <a:effectRef idx="0">
            <a:srgbClr val="1F74AD"/>
          </a:effectRef>
          <a:fontRef idx="minor">
            <a:sysClr val="window" lastClr="FFFFFF"/>
          </a:fontRef>
        </p:style>
        <p:txBody>
          <a:bodyPr rtlCol="0" anchor="ctr">
            <a:normAutofit fontScale="250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微软雅黑" charset="-122"/>
              <a:ea typeface="微软雅黑" charset="-122"/>
              <a:sym typeface="Arial" panose="020B0604020202090204" pitchFamily="34" charset="0"/>
            </a:endParaRPr>
          </a:p>
        </p:txBody>
      </p:sp>
      <p:sp>
        <p:nvSpPr>
          <p:cNvPr id="46" name="标题 1"/>
          <p:cNvSpPr txBox="1"/>
          <p:nvPr>
            <p:custDataLst>
              <p:tags r:id="rId25"/>
            </p:custDataLst>
          </p:nvPr>
        </p:nvSpPr>
        <p:spPr>
          <a:xfrm>
            <a:off x="7933058" y="3299332"/>
            <a:ext cx="323850" cy="601504"/>
          </a:xfrm>
          <a:prstGeom prst="rect">
            <a:avLst/>
          </a:prstGeom>
          <a:noFill/>
        </p:spPr>
        <p:txBody>
          <a:bodyPr wrap="square" lIns="0" tIns="0" rIns="0" bIns="0" rtlCol="0">
            <a:normAutofit lnSpcReduction="10000"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/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</a:pPr>
            <a:r>
              <a:rPr kumimoji="0" lang="en-US" altLang="zh-CN" sz="4000" b="1" u="none" strike="noStrike" kern="1200" cap="none" spc="480" normalizeH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 Bold" panose="020B0604020202090204" charset="0"/>
                <a:ea typeface="汉仪长宋简" panose="02010600000101010101" charset="-122"/>
                <a:cs typeface="Arial Bold" panose="020B0604020202090204" charset="0"/>
                <a:sym typeface="Arial" panose="020B0604020202090204" pitchFamily="34" charset="0"/>
              </a:rPr>
              <a:t>3</a:t>
            </a:r>
            <a:endParaRPr kumimoji="0" lang="en-US" altLang="zh-CN" sz="4000" b="1" u="none" strike="noStrike" kern="1200" cap="none" spc="480" normalizeH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Arial Bold" panose="020B0604020202090204" charset="0"/>
              <a:ea typeface="汉仪长宋简" panose="02010600000101010101" charset="-122"/>
              <a:cs typeface="Arial Bold" panose="020B0604020202090204" charset="0"/>
              <a:sym typeface="Arial" panose="020B0604020202090204" pitchFamily="34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26"/>
            </p:custDataLst>
          </p:nvPr>
        </p:nvSpPr>
        <p:spPr>
          <a:xfrm>
            <a:off x="8275323" y="3248702"/>
            <a:ext cx="2246630" cy="567681"/>
          </a:xfrm>
          <a:prstGeom prst="rect">
            <a:avLst/>
          </a:prstGeom>
          <a:noFill/>
        </p:spPr>
        <p:txBody>
          <a:bodyPr wrap="square" bIns="36000" rtlCol="0" anchor="b" anchorCtr="0">
            <a:normAutofit fontScale="5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</a:pPr>
            <a:r>
              <a:rPr kumimoji="0" lang="en-US" altLang="zh-CN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iOS </a:t>
            </a:r>
            <a:r>
              <a:rPr kumimoji="0" lang="zh-CN" altLang="en-US" sz="3200" b="1" i="0" kern="1200" cap="none" spc="200" normalizeH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微软雅黑" charset="-122"/>
                <a:ea typeface="微软雅黑" charset="-122"/>
              </a:rPr>
              <a:t>中的网络请求</a:t>
            </a:r>
            <a:endParaRPr kumimoji="0" lang="zh-CN" altLang="en-US" sz="3200" b="1" i="0" kern="1200" cap="none" spc="200" normalizeH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微软雅黑" charset="-122"/>
              <a:ea typeface="微软雅黑" charset="-122"/>
            </a:endParaRPr>
          </a:p>
        </p:txBody>
      </p:sp>
    </p:spTree>
    <p:custDataLst>
      <p:tags r:id="rId27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5389245" y="2001520"/>
            <a:ext cx="14122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b="1" kern="100" dirty="0">
                <a:solidFill>
                  <a:schemeClr val="accent1"/>
                </a:solidFill>
                <a:uFillTx/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01</a:t>
            </a:r>
            <a:endParaRPr lang="en-US" altLang="zh-CN" sz="7200" b="1" kern="100" dirty="0">
              <a:solidFill>
                <a:schemeClr val="accent1"/>
              </a:solidFill>
              <a:uFillTx/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zh-CN" dirty="0"/>
              <a:t>HTTP</a:t>
            </a:r>
            <a:r>
              <a:rPr lang="zh-CN" altLang="en-US" dirty="0"/>
              <a:t>协议简介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zh-CN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请求与响应</a:t>
            </a:r>
            <a:endParaRPr lang="zh-CN" altLang="zh-CN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6" name="矩形 12"/>
          <p:cNvSpPr/>
          <p:nvPr>
            <p:custDataLst>
              <p:tags r:id="rId2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3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pic>
        <p:nvPicPr>
          <p:cNvPr id="2" name="图片 1" descr="截屏2022-08-25 下午1.53.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8690" y="1408430"/>
            <a:ext cx="7753985" cy="427228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HTTP 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常用方法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HTTP1.0 定义了三种请求方法： GET, POST 和 HEAD 方法。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HTTP1.1 新增了六种请求方法：OPTIONS、PUT、PATCH、DELETE、TRACE 和 CONNECT 方法。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URL Encoding</a:t>
            </a:r>
            <a:endParaRPr lang="en-US" altLang="zh-CN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RFC3986文档规定，Url中只允许包含英文字母（a-zA-Z）、数字（0-9）、-_.~4个特殊字符以及所有保留字符。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&lt;Connector port="8080" protocol="HTTP/1.1"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               connectionTimeout="20000" URIEncoding="UTF-8"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               redirectPort="8443" /&gt;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5389245" y="2001520"/>
            <a:ext cx="14122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b="1" kern="100" dirty="0">
                <a:solidFill>
                  <a:schemeClr val="accent1"/>
                </a:solidFill>
                <a:uFillTx/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02</a:t>
            </a:r>
            <a:endParaRPr lang="en-US" altLang="zh-CN" sz="7200" b="1" kern="100" dirty="0">
              <a:solidFill>
                <a:schemeClr val="accent1"/>
              </a:solidFill>
              <a:uFillTx/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zh-CN" dirty="0"/>
              <a:t>HTTP</a:t>
            </a:r>
            <a:r>
              <a:rPr lang="zh-CN" altLang="en-US" dirty="0"/>
              <a:t>缓存介绍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HTTP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缓存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HTTP协议使用请求头和响应头协同作用实现了缓存，包括两种缓存：200 from memory cache和304 Not Modified。涉及到的请求头有：cache-control, expires, last-modified，etag，响应头有：if-none-match, if-modified-since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HTTP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缓存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etag: 17b4943f2fa-3f50</a:t>
            </a:r>
            <a:endParaRPr altLang="zh-CN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expires: Sat, 21 Aut 2021 14:13:03 GMT(1.0)</a:t>
            </a:r>
            <a:endParaRPr altLang="zh-CN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last-modified: Sun, 15 Aug 2021 10:03:15 GMT</a:t>
            </a:r>
            <a:endParaRPr altLang="zh-CN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If-Modified-Since: Sat, 21 Aug 2021 12:48:25 GMT</a:t>
            </a:r>
            <a:endParaRPr altLang="zh-CN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If-None_Match: 17b68c15529-2daef</a:t>
            </a:r>
            <a:endParaRPr altLang="zh-CN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HTTP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缓存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6" name="矩形 12"/>
          <p:cNvSpPr/>
          <p:nvPr>
            <p:custDataLst>
              <p:tags r:id="rId2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3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6400" y="216535"/>
            <a:ext cx="8686165" cy="642493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5389245" y="2001520"/>
            <a:ext cx="14122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b="1" kern="100" dirty="0">
                <a:solidFill>
                  <a:schemeClr val="accent1"/>
                </a:solidFill>
                <a:uFillTx/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03</a:t>
            </a:r>
            <a:endParaRPr lang="en-US" altLang="zh-CN" sz="7200" b="1" kern="100" dirty="0">
              <a:solidFill>
                <a:schemeClr val="accent1"/>
              </a:solidFill>
              <a:uFillTx/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iOS</a:t>
            </a:r>
            <a:r>
              <a:rPr lang="zh-CN" altLang="en-US" dirty="0"/>
              <a:t>中的网络请求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NSURLConnection(before iOS 7)</a:t>
            </a:r>
            <a:endParaRPr lang="en-US" altLang="zh-CN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1.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创建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NSURLRequest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2.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创建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NSURLConnection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3.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调用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connect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对象的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start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方法；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4.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实现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NSURLConnectionDelegate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协议；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5.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实现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NSURLConnectionDataDelegate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协议；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NSURLSession(iOS 7 or later)</a:t>
            </a:r>
            <a:endParaRPr lang="en-US" altLang="zh-CN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1.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获取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NSURLSession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2.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创建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NSURLRequest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3.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创建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NSURLSessionTask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4.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调用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sessionTask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对象的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resume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方法；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5.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实现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NSURLSessionDataDelegate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和 </a:t>
            </a:r>
            <a:r>
              <a:rPr altLang="zh-CN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NSURLSessionTaskDelegate </a:t>
            </a: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协议。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5389245" y="2001520"/>
            <a:ext cx="14122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b="1" kern="100" dirty="0">
                <a:solidFill>
                  <a:schemeClr val="accent1"/>
                </a:solidFill>
                <a:uFillTx/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04</a:t>
            </a:r>
            <a:endParaRPr lang="en-US" altLang="zh-CN" sz="7200" b="1" kern="100" dirty="0">
              <a:solidFill>
                <a:schemeClr val="accent1"/>
              </a:solidFill>
              <a:uFillTx/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AFNetworking</a:t>
            </a:r>
            <a:endParaRPr lang="en-US" altLang="zh-CN" dirty="0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zh-CN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使用 </a:t>
            </a:r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AFNetworking 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发送 </a:t>
            </a:r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POST 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请求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6" name="矩形 12"/>
          <p:cNvSpPr/>
          <p:nvPr>
            <p:custDataLst>
              <p:tags r:id="rId2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3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pic>
        <p:nvPicPr>
          <p:cNvPr id="2" name="图片 1" descr="截屏2022-08-25 下午4.49.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1845945"/>
            <a:ext cx="10058400" cy="376110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5389245" y="2001520"/>
            <a:ext cx="14122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b="1" kern="100" dirty="0">
                <a:solidFill>
                  <a:schemeClr val="accent1"/>
                </a:solidFill>
                <a:uFillTx/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05</a:t>
            </a:r>
            <a:endParaRPr lang="en-US" altLang="zh-CN" sz="7200" b="1" kern="100" dirty="0">
              <a:solidFill>
                <a:schemeClr val="accent1"/>
              </a:solidFill>
              <a:uFillTx/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YTKNetwork</a:t>
            </a:r>
            <a:endParaRPr lang="en-US" altLang="zh-CN" dirty="0"/>
          </a:p>
        </p:txBody>
      </p:sp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zh-CN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使用 </a:t>
            </a:r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YTKNetwork 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发送请求（</a:t>
            </a:r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1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）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6" name="矩形 12"/>
          <p:cNvSpPr/>
          <p:nvPr>
            <p:custDataLst>
              <p:tags r:id="rId2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3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pic>
        <p:nvPicPr>
          <p:cNvPr id="2" name="图片 1" descr="截屏2022-08-25 下午4.56.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280" y="1757680"/>
            <a:ext cx="9904730" cy="374586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zh-CN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使用 </a:t>
            </a:r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YTKNetwork 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发送请求（</a:t>
            </a:r>
            <a:r>
              <a:rPr lang="en-US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2</a:t>
            </a:r>
            <a:r>
              <a:rPr lang="zh-CN" altLang="en-US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）</a:t>
            </a:r>
            <a:endParaRPr lang="zh-CN" altLang="en-US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6" name="矩形 12"/>
          <p:cNvSpPr/>
          <p:nvPr>
            <p:custDataLst>
              <p:tags r:id="rId2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3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pic>
        <p:nvPicPr>
          <p:cNvPr id="2" name="图片 1" descr="截屏2022-08-25 下午4.56.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4280" y="1757680"/>
            <a:ext cx="9904730" cy="3745865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5389245" y="2001520"/>
            <a:ext cx="14122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200" b="1" kern="100" dirty="0">
                <a:solidFill>
                  <a:schemeClr val="accent1"/>
                </a:solidFill>
                <a:uFillTx/>
                <a:latin typeface="Arial Bold" panose="020B0604020202090204" charset="0"/>
                <a:ea typeface="微软雅黑" charset="-122"/>
                <a:cs typeface="Arial Bold" panose="020B0604020202090204" charset="0"/>
              </a:rPr>
              <a:t>06</a:t>
            </a:r>
            <a:endParaRPr lang="en-US" altLang="zh-CN" sz="7200" b="1" kern="100" dirty="0">
              <a:solidFill>
                <a:schemeClr val="accent1"/>
              </a:solidFill>
              <a:uFillTx/>
              <a:latin typeface="Arial Bold" panose="020B0604020202090204" charset="0"/>
              <a:ea typeface="微软雅黑" charset="-122"/>
              <a:cs typeface="Arial Bold" panose="020B060402020209020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对比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609556" y="609605"/>
            <a:ext cx="10972876" cy="685800"/>
          </a:xfrm>
          <a:prstGeom prst="rect">
            <a:avLst/>
          </a:prstGeom>
          <a:noFill/>
        </p:spPr>
        <p:txBody>
          <a:bodyPr wrap="square" lIns="63500" tIns="25400" rIns="63500" bIns="25400" rtlCol="0" anchor="t" anchorCtr="0">
            <a:normAutofit/>
          </a:bodyPr>
          <a:lstStyle/>
          <a:p>
            <a:pPr algn="ctr"/>
            <a:r>
              <a:rPr lang="zh-CN" altLang="zh-CN" sz="3600" b="1" spc="160" dirty="0">
                <a:solidFill>
                  <a:schemeClr val="dk1"/>
                </a:solidFill>
                <a:uFillTx/>
                <a:latin typeface="微软雅黑" charset="-122"/>
                <a:ea typeface="微软雅黑" charset="-122"/>
              </a:rPr>
              <a:t>单击此处添加大标题内容</a:t>
            </a:r>
            <a:endParaRPr lang="zh-CN" altLang="zh-CN" sz="3600" b="1" spc="160" dirty="0">
              <a:solidFill>
                <a:schemeClr val="dk1"/>
              </a:solidFill>
              <a:uFillTx/>
              <a:latin typeface="微软雅黑" charset="-122"/>
              <a:ea typeface="微软雅黑" charset="-122"/>
            </a:endParaRPr>
          </a:p>
        </p:txBody>
      </p:sp>
      <p:sp>
        <p:nvSpPr>
          <p:cNvPr id="11" name="Title 6"/>
          <p:cNvSpPr txBox="1"/>
          <p:nvPr>
            <p:custDataLst>
              <p:tags r:id="rId2"/>
            </p:custDataLst>
          </p:nvPr>
        </p:nvSpPr>
        <p:spPr>
          <a:xfrm>
            <a:off x="2895600" y="2133617"/>
            <a:ext cx="6400800" cy="35052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63500" tIns="25400" rIns="63500" bIns="25400" anchor="ctr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anose="020B0502040204020203" pitchFamily="34" charset="0"/>
              </a:defRPr>
            </a:lvl1pPr>
          </a:lstStyle>
          <a:p>
            <a:pPr algn="l" fontAlgn="auto">
              <a:lnSpc>
                <a:spcPct val="120000"/>
              </a:lnSpc>
              <a:spcAft>
                <a:spcPts val="800"/>
              </a:spcAft>
            </a:pPr>
            <a:r>
              <a:rPr lang="zh-CN" altLang="en-US" sz="2000" spc="100" dirty="0">
                <a:ln w="3175">
                  <a:noFill/>
                  <a:prstDash val="dash"/>
                </a:ln>
                <a:solidFill>
                  <a:schemeClr val="dk1">
                    <a:lumMod val="75000"/>
                    <a:lumOff val="25000"/>
                  </a:schemeClr>
                </a:solidFill>
                <a:uFillTx/>
                <a:latin typeface="微软雅黑" charset="-122"/>
                <a:ea typeface="微软雅黑" charset="-122"/>
                <a:cs typeface="微软雅黑" charset="-122"/>
              </a:rPr>
              <a:t>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</a:t>
            </a:r>
            <a:endParaRPr lang="zh-CN" altLang="en-US" sz="2000" spc="100" dirty="0">
              <a:ln w="3175">
                <a:noFill/>
                <a:prstDash val="dash"/>
              </a:ln>
              <a:solidFill>
                <a:schemeClr val="dk1">
                  <a:lumMod val="75000"/>
                  <a:lumOff val="25000"/>
                </a:schemeClr>
              </a:solidFill>
              <a:uFillTx/>
              <a:latin typeface="微软雅黑" charset="-122"/>
              <a:ea typeface="微软雅黑" charset="-122"/>
              <a:cs typeface="微软雅黑" charset="-122"/>
            </a:endParaRPr>
          </a:p>
        </p:txBody>
      </p:sp>
      <p:sp>
        <p:nvSpPr>
          <p:cNvPr id="5" name="矩形 11"/>
          <p:cNvSpPr/>
          <p:nvPr>
            <p:custDataLst>
              <p:tags r:id="rId3"/>
            </p:custDataLst>
          </p:nvPr>
        </p:nvSpPr>
        <p:spPr>
          <a:xfrm>
            <a:off x="2590821" y="1828815"/>
            <a:ext cx="7010456" cy="4114833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US" altLang="zh-CN">
              <a:solidFill>
                <a:schemeClr val="lt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6" name="矩形 12"/>
          <p:cNvSpPr/>
          <p:nvPr>
            <p:custDataLst>
              <p:tags r:id="rId4"/>
            </p:custDataLst>
          </p:nvPr>
        </p:nvSpPr>
        <p:spPr>
          <a:xfrm>
            <a:off x="9296474" y="2438420"/>
            <a:ext cx="106616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8" name="矩形 12"/>
          <p:cNvSpPr/>
          <p:nvPr>
            <p:custDataLst>
              <p:tags r:id="rId5"/>
            </p:custDataLst>
          </p:nvPr>
        </p:nvSpPr>
        <p:spPr>
          <a:xfrm>
            <a:off x="1676400" y="4876839"/>
            <a:ext cx="1219835" cy="457204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latin typeface="微软雅黑" charset="-122"/>
              <a:ea typeface="微软雅黑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谢谢观看</a:t>
            </a:r>
            <a:endParaRPr lang="zh-CN" altLang="en-US" dirty="0"/>
          </a:p>
        </p:txBody>
      </p:sp>
      <p:sp>
        <p:nvSpPr>
          <p:cNvPr id="4" name="Object 102"/>
          <p:cNvSpPr txBox="1"/>
          <p:nvPr>
            <p:custDataLst>
              <p:tags r:id="rId2"/>
            </p:custDataLst>
          </p:nvPr>
        </p:nvSpPr>
        <p:spPr>
          <a:xfrm>
            <a:off x="716280" y="3938270"/>
            <a:ext cx="8969375" cy="2150745"/>
          </a:xfrm>
          <a:prstGeom prst="rect">
            <a:avLst/>
          </a:prstGeom>
        </p:spPr>
        <p:txBody>
          <a:bodyPr vert="horz" rtlCol="0" anchor="t" anchorCtr="0">
            <a:noAutofit/>
          </a:bodyPr>
          <a:lstStyle/>
          <a:p>
            <a:pPr algn="l">
              <a:lnSpc>
                <a:spcPct val="83000"/>
              </a:lnSpc>
            </a:pPr>
            <a:r>
              <a:rPr lang="en-US" altLang="zh-CN" sz="13300" b="1" i="0" dirty="0">
                <a:solidFill>
                  <a:schemeClr val="accent1">
                    <a:alpha val="3137"/>
                  </a:schemeClr>
                </a:solidFill>
                <a:latin typeface="Arial Bold" panose="020B0604020202090204" charset="0"/>
                <a:ea typeface="OPPOSans-H"/>
                <a:cs typeface="Arial Bold" panose="020B0604020202090204" charset="0"/>
              </a:rPr>
              <a:t>THANKS</a:t>
            </a:r>
            <a:endParaRPr lang="en-US" altLang="zh-CN" sz="13300" b="1" i="0" dirty="0">
              <a:solidFill>
                <a:schemeClr val="accent1">
                  <a:alpha val="3137"/>
                </a:schemeClr>
              </a:solidFill>
              <a:latin typeface="Arial Bold" panose="020B0604020202090204" charset="0"/>
              <a:ea typeface="OPPOSans-H"/>
              <a:cs typeface="Arial Bold" panose="020B06040202020902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3*i*1"/>
  <p:tag name="KSO_WM_UNIT_LAYERLEVEL" val="1"/>
  <p:tag name="KSO_WM_TAG_VERSION" val="1.0"/>
  <p:tag name="KSO_WM_BEAUTIFY_FLAG" val="#wm#"/>
  <p:tag name="KSO_WM_UNIT_SUBTYPE" val="h"/>
  <p:tag name="KSO_WM_SLIDE_BACKGROUND_TYPE" val="frame"/>
  <p:tag name="KSO_WM_SLIDE_BK_DARK_LIGHT" val="2"/>
  <p:tag name="KSO_WM_UNIT_BK_DARK_LIGHT" val="2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2"/>
  <p:tag name="KSO_WM_UNIT_BK_DARK_LIGHT" val="2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2"/>
  <p:tag name="KSO_WM_UNIT_BK_DARK_LIGHT" val="2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ottomTop"/>
  <p:tag name="KSO_WM_SLIDE_BK_DARK_LIGHT" val="2"/>
  <p:tag name="KSO_WM_UNIT_BK_DARK_LIGHT" val="2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2"/>
  <p:tag name="KSO_WM_UNIT_BK_DARK_LIGHT" val="2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2"/>
  <p:tag name="KSO_WM_UNIT_BK_DARK_LIGHT" val="2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1828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18281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0"/>
  <p:tag name="KSO_WM_TAG_VERSION" val="1.0"/>
  <p:tag name="KSO_WM_BEAUTIFY_FLAG" val="#wm#"/>
  <p:tag name="KSO_WM_TEMPLATE_CATEGORY" val="custom"/>
  <p:tag name="KSO_WM_TEMPLATE_INDEX" val="20218281"/>
  <p:tag name="KSO_WM_TEMPLATE_THUMBS_INDEX" val="1、2、3、4、5、6、7、8、9、10、11、12、13、14、15、16、17、18、19、20"/>
</p:tagLst>
</file>

<file path=ppt/tags/tag109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总结汇报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110.xml><?xml version="1.0" encoding="utf-8"?>
<p:tagLst xmlns:p="http://schemas.openxmlformats.org/presentationml/2006/main">
  <p:tag name="KSO_WM_UNIT_SUBTYPE" val="b"/>
  <p:tag name="KSO_WM_UNIT_PRESET_TEXT" val="汇报人姓名"/>
  <p:tag name="KSO_WM_UNIT_NOCLEAR" val="0"/>
  <p:tag name="KSO_WM_UNIT_VALUE" val="12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111.xml><?xml version="1.0" encoding="utf-8"?>
<p:tagLst xmlns:p="http://schemas.openxmlformats.org/presentationml/2006/main">
  <p:tag name="KSO_WM_SLIDE_ID" val="custom20218281_1"/>
  <p:tag name="KSO_WM_TEMPLATE_SUBCATEGORY" val="0"/>
  <p:tag name="KSO_WM_TEMPLATE_MASTER_TYPE" val="1"/>
  <p:tag name="KSO_WM_TEMPLATE_COLOR_TYPE" val="0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18281"/>
  <p:tag name="KSO_WM_SLIDE_TYPE" val="title"/>
  <p:tag name="KSO_WM_SLIDE_SUBTYPE" val="pureTxt"/>
  <p:tag name="KSO_WM_SLIDE_LAYOUT" val="a_f_j"/>
  <p:tag name="KSO_WM_SLIDE_LAYOUT_CNT" val="1_1_1"/>
  <p:tag name="KSO_WM_TEMPLATE_THUMBS_INDEX" val="1、2、3、4、5、6、7、8、9、10、11、12、13、14、15、16、17、18、19、20"/>
  <p:tag name="KSO_WM_SPECIAL_SOURCE" val="bdnull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18281_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ISCONTENTSTITLE" val="1"/>
  <p:tag name="KSO_WM_UNIT_ISNUMDGMTITLE" val="0"/>
  <p:tag name="KSO_WM_UNIT_PRESET_TEXT" val="目录"/>
  <p:tag name="KSO_WM_UNIT_NOCLEAR" val="0"/>
  <p:tag name="KSO_WM_UNIT_VALUE" val="2"/>
  <p:tag name="KSO_WM_DIAGRAM_GROUP_CODE" val="l1-1"/>
  <p:tag name="KSO_WM_UNIT_TYPE" val="a"/>
  <p:tag name="KSO_WM_UNIT_INDEX" val="1"/>
  <p:tag name="KSO_WM_UNIT_SPLIT_INFO" val="{&quot;paras&quot;:[{&quot;type&quot;:&quot;pa&quot;,&quot;index&quot;:&quot;1&quot;}]}"/>
  <p:tag name="KSO_WM_UNIT_TEXT_FILL_FORE_SCHEMECOLOR_INDEX" val="5"/>
  <p:tag name="KSO_WM_UNIT_TEXT_FILL_TYPE" val="1"/>
  <p:tag name="KSO_WM_UNIT_USESOURCEFORMAT_APPLY" val="1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18281_5*b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CONTENTS"/>
  <p:tag name="KSO_WM_UNIT_NOCLEAR" val="0"/>
  <p:tag name="KSO_WM_UNIT_VALUE" val="6"/>
  <p:tag name="KSO_WM_DIAGRAM_GROUP_CODE" val="l1-1"/>
  <p:tag name="KSO_WM_UNIT_TYPE" val="b"/>
  <p:tag name="KSO_WM_UNIT_INDEX" val="1"/>
  <p:tag name="KSO_WM_UNIT_SPLIT_INFO" val="{&quot;paras&quot;:[{&quot;type&quot;:&quot;pa&quot;,&quot;index&quot;:&quot;2&quot;}]}"/>
  <p:tag name="KSO_WM_UNIT_TEXT_FILL_FORE_SCHEMECOLOR_INDEX" val="14"/>
  <p:tag name="KSO_WM_UNIT_TEXT_FILL_TYPE" val="1"/>
  <p:tag name="KSO_WM_UNIT_USESOURCEFORMAT_APPLY" val="1"/>
</p:tagLst>
</file>

<file path=ppt/tags/tag114.xml><?xml version="1.0" encoding="utf-8"?>
<p:tagLst xmlns:p="http://schemas.openxmlformats.org/presentationml/2006/main">
  <p:tag name="KSO_WM_UNIT_LINE_FORE_SCHEMECOLOR_INDEX" val="14"/>
  <p:tag name="KSO_WM_UNIT_LINE_FILL_TYPE" val="2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5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5_1"/>
  <p:tag name="KSO_WM_UNIT_SPLIT_INFO" val="{&quot;type&quot;:&quot;i&quot;,&quot;index&quot;:&quot;1&quot;}"/>
</p:tagLst>
</file>

<file path=ppt/tags/tag115.xml><?xml version="1.0" encoding="utf-8"?>
<p:tagLst xmlns:p="http://schemas.openxmlformats.org/presentationml/2006/main"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5_3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5_3"/>
  <p:tag name="KSO_WM_UNIT_SPLIT_INFO" val="{&quot;type&quot;:&quot;i&quot;,&quot;index&quot;:&quot;2&quot;}"/>
</p:tagLst>
</file>

<file path=ppt/tags/tag116.xml><?xml version="1.0" encoding="utf-8"?>
<p:tagLst xmlns:p="http://schemas.openxmlformats.org/presentationml/2006/main">
  <p:tag name="KSO_WM_UNIT_TEXT_FILL_FORE_SCHEMECOLOR_INDEX" val="5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5_2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SUBTYPE" val="d"/>
  <p:tag name="KSO_WM_UNIT_TYPE" val="l_h_i"/>
  <p:tag name="KSO_WM_UNIT_INDEX" val="1_5_2"/>
  <p:tag name="KSO_WM_UNIT_SPLIT_INFO" val="{&quot;type&quot;:&quot;i&quot;,&quot;index&quot;:&quot;1&quot;}"/>
</p:tagLst>
</file>

<file path=ppt/tags/tag117.xml><?xml version="1.0" encoding="utf-8"?>
<p:tagLst xmlns:p="http://schemas.openxmlformats.org/presentationml/2006/main">
  <p:tag name="KSO_WM_UNIT_ISCONTENTS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18281_5*l_h_a*1_5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UNIT_ISNUMDGMTITLE" val="0"/>
  <p:tag name="KSO_WM_UNIT_TEXT_FILL_FORE_SCHEMECOLOR_INDEX_BRIGHTNESS" val="0.35"/>
  <p:tag name="KSO_WM_UNIT_TEXT_FILL_FORE_SCHEMECOLOR_INDEX" val="13"/>
  <p:tag name="KSO_WM_UNIT_TEXT_FILL_TYPE" val="1"/>
  <p:tag name="KSO_WM_UNIT_USESOURCEFORMAT_APPLY" val="1"/>
  <p:tag name="KSO_WM_UNIT_PRESET_TEXT" val="添加文本"/>
  <p:tag name="KSO_WM_DIAGRAM_GROUP_CODE" val="l1-1"/>
  <p:tag name="KSO_WM_UNIT_TYPE" val="l_h_a"/>
  <p:tag name="KSO_WM_UNIT_INDEX" val="1_5_1"/>
  <p:tag name="KSO_WM_UNIT_SPLIT_INFO" val="{&quot;paras&quot;:[{&quot;type&quot;:&quot;pa&quot;,&quot;index&quot;:&quot;3&quot;}]}"/>
</p:tagLst>
</file>

<file path=ppt/tags/tag118.xml><?xml version="1.0" encoding="utf-8"?>
<p:tagLst xmlns:p="http://schemas.openxmlformats.org/presentationml/2006/main">
  <p:tag name="KSO_WM_UNIT_LINE_FORE_SCHEMECOLOR_INDEX" val="14"/>
  <p:tag name="KSO_WM_UNIT_LINE_FILL_TYPE" val="2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2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2_1"/>
  <p:tag name="KSO_WM_UNIT_SPLIT_INFO" val="{&quot;type&quot;:&quot;i&quot;,&quot;index&quot;:&quot;3&quot;}"/>
</p:tagLst>
</file>

<file path=ppt/tags/tag119.xml><?xml version="1.0" encoding="utf-8"?>
<p:tagLst xmlns:p="http://schemas.openxmlformats.org/presentationml/2006/main"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2_3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2_3"/>
  <p:tag name="KSO_WM_UNIT_SPLIT_INFO" val="{&quot;type&quot;:&quot;i&quot;,&quot;index&quot;:&quot;4&quot;}"/>
</p:tagLst>
</file>

<file path=ppt/tags/tag120.xml><?xml version="1.0" encoding="utf-8"?>
<p:tagLst xmlns:p="http://schemas.openxmlformats.org/presentationml/2006/main">
  <p:tag name="KSO_WM_UNIT_TEXT_FILL_FORE_SCHEMECOLOR_INDEX" val="5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2_2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SUBTYPE" val="d"/>
  <p:tag name="KSO_WM_UNIT_TYPE" val="l_h_i"/>
  <p:tag name="KSO_WM_UNIT_INDEX" val="1_2_2"/>
  <p:tag name="KSO_WM_UNIT_SPLIT_INFO" val="{&quot;type&quot;:&quot;i&quot;,&quot;index&quot;:&quot;2&quot;}"/>
</p:tagLst>
</file>

<file path=ppt/tags/tag121.xml><?xml version="1.0" encoding="utf-8"?>
<p:tagLst xmlns:p="http://schemas.openxmlformats.org/presentationml/2006/main">
  <p:tag name="KSO_WM_UNIT_ISCONTENTS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18281_5*l_h_a*1_2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UNIT_ISNUMDGMTITLE" val="0"/>
  <p:tag name="KSO_WM_UNIT_TEXT_FILL_FORE_SCHEMECOLOR_INDEX_BRIGHTNESS" val="0.35"/>
  <p:tag name="KSO_WM_UNIT_TEXT_FILL_FORE_SCHEMECOLOR_INDEX" val="13"/>
  <p:tag name="KSO_WM_UNIT_TEXT_FILL_TYPE" val="1"/>
  <p:tag name="KSO_WM_UNIT_USESOURCEFORMAT_APPLY" val="1"/>
  <p:tag name="KSO_WM_UNIT_PRESET_TEXT" val="数据反馈"/>
  <p:tag name="KSO_WM_DIAGRAM_GROUP_CODE" val="l1-1"/>
  <p:tag name="KSO_WM_UNIT_TYPE" val="l_h_a"/>
  <p:tag name="KSO_WM_UNIT_INDEX" val="1_2_1"/>
  <p:tag name="KSO_WM_UNIT_SPLIT_INFO" val="{&quot;paras&quot;:[{&quot;type&quot;:&quot;pa&quot;,&quot;index&quot;:&quot;4&quot;}]}"/>
</p:tagLst>
</file>

<file path=ppt/tags/tag122.xml><?xml version="1.0" encoding="utf-8"?>
<p:tagLst xmlns:p="http://schemas.openxmlformats.org/presentationml/2006/main">
  <p:tag name="KSO_WM_UNIT_LINE_FORE_SCHEMECOLOR_INDEX" val="14"/>
  <p:tag name="KSO_WM_UNIT_LINE_FILL_TYPE" val="2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1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1_1"/>
  <p:tag name="KSO_WM_UNIT_SPLIT_INFO" val="{&quot;type&quot;:&quot;i&quot;,&quot;index&quot;:&quot;5&quot;}"/>
</p:tagLst>
</file>

<file path=ppt/tags/tag123.xml><?xml version="1.0" encoding="utf-8"?>
<p:tagLst xmlns:p="http://schemas.openxmlformats.org/presentationml/2006/main"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1_3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1_3"/>
  <p:tag name="KSO_WM_UNIT_SPLIT_INFO" val="{&quot;type&quot;:&quot;i&quot;,&quot;index&quot;:&quot;6&quot;}"/>
</p:tagLst>
</file>

<file path=ppt/tags/tag124.xml><?xml version="1.0" encoding="utf-8"?>
<p:tagLst xmlns:p="http://schemas.openxmlformats.org/presentationml/2006/main">
  <p:tag name="KSO_WM_UNIT_TEXT_FILL_FORE_SCHEMECOLOR_INDEX" val="5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1_2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SUBTYPE" val="d"/>
  <p:tag name="KSO_WM_UNIT_TYPE" val="l_h_i"/>
  <p:tag name="KSO_WM_UNIT_INDEX" val="1_1_2"/>
  <p:tag name="KSO_WM_UNIT_SPLIT_INFO" val="{&quot;type&quot;:&quot;i&quot;,&quot;index&quot;:&quot;3&quot;}"/>
</p:tagLst>
</file>

<file path=ppt/tags/tag125.xml><?xml version="1.0" encoding="utf-8"?>
<p:tagLst xmlns:p="http://schemas.openxmlformats.org/presentationml/2006/main">
  <p:tag name="KSO_WM_UNIT_ISCONTENTS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18281_5*l_h_a*1_1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UNIT_ISNUMDGMTITLE" val="0"/>
  <p:tag name="KSO_WM_UNIT_TEXT_FILL_FORE_SCHEMECOLOR_INDEX_BRIGHTNESS" val="0.35"/>
  <p:tag name="KSO_WM_UNIT_TEXT_FILL_FORE_SCHEMECOLOR_INDEX" val="13"/>
  <p:tag name="KSO_WM_UNIT_TEXT_FILL_TYPE" val="1"/>
  <p:tag name="KSO_WM_UNIT_USESOURCEFORMAT_APPLY" val="1"/>
  <p:tag name="KSO_WM_UNIT_PRESET_TEXT" val="项目背景"/>
  <p:tag name="KSO_WM_DIAGRAM_GROUP_CODE" val="l1-1"/>
  <p:tag name="KSO_WM_UNIT_TYPE" val="l_h_a"/>
  <p:tag name="KSO_WM_UNIT_INDEX" val="1_1_1"/>
  <p:tag name="KSO_WM_UNIT_SPLIT_INFO" val="{&quot;paras&quot;:[{&quot;type&quot;:&quot;pa&quot;,&quot;index&quot;:&quot;5&quot;}]}"/>
</p:tagLst>
</file>

<file path=ppt/tags/tag126.xml><?xml version="1.0" encoding="utf-8"?>
<p:tagLst xmlns:p="http://schemas.openxmlformats.org/presentationml/2006/main">
  <p:tag name="KSO_WM_UNIT_LINE_FORE_SCHEMECOLOR_INDEX" val="14"/>
  <p:tag name="KSO_WM_UNIT_LINE_FILL_TYPE" val="2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4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4_1"/>
  <p:tag name="KSO_WM_UNIT_SPLIT_INFO" val="{&quot;type&quot;:&quot;i&quot;,&quot;index&quot;:&quot;7&quot;}"/>
</p:tagLst>
</file>

<file path=ppt/tags/tag127.xml><?xml version="1.0" encoding="utf-8"?>
<p:tagLst xmlns:p="http://schemas.openxmlformats.org/presentationml/2006/main"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4_3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4_3"/>
  <p:tag name="KSO_WM_UNIT_SPLIT_INFO" val="{&quot;type&quot;:&quot;i&quot;,&quot;index&quot;:&quot;8&quot;}"/>
</p:tagLst>
</file>

<file path=ppt/tags/tag128.xml><?xml version="1.0" encoding="utf-8"?>
<p:tagLst xmlns:p="http://schemas.openxmlformats.org/presentationml/2006/main">
  <p:tag name="KSO_WM_UNIT_TEXT_FILL_FORE_SCHEMECOLOR_INDEX" val="5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4_2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SUBTYPE" val="d"/>
  <p:tag name="KSO_WM_UNIT_TYPE" val="l_h_i"/>
  <p:tag name="KSO_WM_UNIT_INDEX" val="1_4_2"/>
  <p:tag name="KSO_WM_UNIT_SPLIT_INFO" val="{&quot;type&quot;:&quot;i&quot;,&quot;index&quot;:&quot;4&quot;}"/>
</p:tagLst>
</file>

<file path=ppt/tags/tag129.xml><?xml version="1.0" encoding="utf-8"?>
<p:tagLst xmlns:p="http://schemas.openxmlformats.org/presentationml/2006/main">
  <p:tag name="KSO_WM_UNIT_ISCONTENTS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18281_5*l_h_a*1_4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UNIT_ISNUMDGMTITLE" val="0"/>
  <p:tag name="KSO_WM_UNIT_TEXT_FILL_FORE_SCHEMECOLOR_INDEX_BRIGHTNESS" val="0.35"/>
  <p:tag name="KSO_WM_UNIT_TEXT_FILL_FORE_SCHEMECOLOR_INDEX" val="13"/>
  <p:tag name="KSO_WM_UNIT_TEXT_FILL_TYPE" val="1"/>
  <p:tag name="KSO_WM_UNIT_USESOURCEFORMAT_APPLY" val="1"/>
  <p:tag name="KSO_WM_UNIT_PRESET_TEXT" val="项目总结"/>
  <p:tag name="KSO_WM_DIAGRAM_GROUP_CODE" val="l1-1"/>
  <p:tag name="KSO_WM_UNIT_TYPE" val="l_h_a"/>
  <p:tag name="KSO_WM_UNIT_INDEX" val="1_4_1"/>
  <p:tag name="KSO_WM_UNIT_SPLIT_INFO" val="{&quot;paras&quot;:[{&quot;type&quot;:&quot;pa&quot;,&quot;index&quot;:&quot;6&quot;}]}"/>
</p:tagLst>
</file>

<file path=ppt/tags/tag130.xml><?xml version="1.0" encoding="utf-8"?>
<p:tagLst xmlns:p="http://schemas.openxmlformats.org/presentationml/2006/main">
  <p:tag name="KSO_WM_UNIT_LINE_FORE_SCHEMECOLOR_INDEX" val="14"/>
  <p:tag name="KSO_WM_UNIT_LINE_FILL_TYPE" val="2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6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6_1"/>
  <p:tag name="KSO_WM_UNIT_SPLIT_INFO" val="{&quot;type&quot;:&quot;i&quot;,&quot;index&quot;:&quot;9&quot;}"/>
</p:tagLst>
</file>

<file path=ppt/tags/tag131.xml><?xml version="1.0" encoding="utf-8"?>
<p:tagLst xmlns:p="http://schemas.openxmlformats.org/presentationml/2006/main"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6_3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6_3"/>
  <p:tag name="KSO_WM_UNIT_SPLIT_INFO" val="{&quot;type&quot;:&quot;i&quot;,&quot;index&quot;:&quot;10&quot;}"/>
</p:tagLst>
</file>

<file path=ppt/tags/tag132.xml><?xml version="1.0" encoding="utf-8"?>
<p:tagLst xmlns:p="http://schemas.openxmlformats.org/presentationml/2006/main">
  <p:tag name="KSO_WM_UNIT_TEXT_FILL_FORE_SCHEMECOLOR_INDEX" val="5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6_2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SUBTYPE" val="d"/>
  <p:tag name="KSO_WM_UNIT_TYPE" val="l_h_i"/>
  <p:tag name="KSO_WM_UNIT_INDEX" val="1_6_2"/>
  <p:tag name="KSO_WM_UNIT_SPLIT_INFO" val="{&quot;type&quot;:&quot;i&quot;,&quot;index&quot;:&quot;5&quot;}"/>
</p:tagLst>
</file>

<file path=ppt/tags/tag133.xml><?xml version="1.0" encoding="utf-8"?>
<p:tagLst xmlns:p="http://schemas.openxmlformats.org/presentationml/2006/main">
  <p:tag name="KSO_WM_UNIT_ISCONTENTS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18281_5*l_h_a*1_6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UNIT_ISNUMDGMTITLE" val="0"/>
  <p:tag name="KSO_WM_UNIT_TEXT_FILL_FORE_SCHEMECOLOR_INDEX_BRIGHTNESS" val="0.35"/>
  <p:tag name="KSO_WM_UNIT_TEXT_FILL_FORE_SCHEMECOLOR_INDEX" val="13"/>
  <p:tag name="KSO_WM_UNIT_TEXT_FILL_TYPE" val="1"/>
  <p:tag name="KSO_WM_UNIT_USESOURCEFORMAT_APPLY" val="1"/>
  <p:tag name="KSO_WM_UNIT_PRESET_TEXT" val="添加文本"/>
  <p:tag name="KSO_WM_DIAGRAM_GROUP_CODE" val="l1-1"/>
  <p:tag name="KSO_WM_UNIT_TYPE" val="l_h_a"/>
  <p:tag name="KSO_WM_UNIT_INDEX" val="1_6_1"/>
  <p:tag name="KSO_WM_UNIT_SPLIT_INFO" val="{&quot;paras&quot;:[{&quot;type&quot;:&quot;pa&quot;,&quot;index&quot;:&quot;7&quot;}]}"/>
</p:tagLst>
</file>

<file path=ppt/tags/tag134.xml><?xml version="1.0" encoding="utf-8"?>
<p:tagLst xmlns:p="http://schemas.openxmlformats.org/presentationml/2006/main">
  <p:tag name="KSO_WM_UNIT_LINE_FORE_SCHEMECOLOR_INDEX" val="14"/>
  <p:tag name="KSO_WM_UNIT_LINE_FILL_TYPE" val="2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3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3_1"/>
  <p:tag name="KSO_WM_UNIT_SPLIT_INFO" val="{&quot;type&quot;:&quot;i&quot;,&quot;index&quot;:&quot;11&quot;}"/>
</p:tagLst>
</file>

<file path=ppt/tags/tag135.xml><?xml version="1.0" encoding="utf-8"?>
<p:tagLst xmlns:p="http://schemas.openxmlformats.org/presentationml/2006/main">
  <p:tag name="KSO_WM_UNIT_FILL_FORE_SCHEMECOLOR_INDEX" val="5"/>
  <p:tag name="KSO_WM_UNIT_FILL_TYPE" val="1"/>
  <p:tag name="KSO_WM_UNIT_TEXT_FILL_FORE_SCHEMECOLOR_INDEX" val="2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3_3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TYPE" val="l_h_i"/>
  <p:tag name="KSO_WM_UNIT_INDEX" val="1_3_3"/>
  <p:tag name="KSO_WM_UNIT_SPLIT_INFO" val="{&quot;type&quot;:&quot;i&quot;,&quot;index&quot;:&quot;12&quot;}"/>
</p:tagLst>
</file>

<file path=ppt/tags/tag136.xml><?xml version="1.0" encoding="utf-8"?>
<p:tagLst xmlns:p="http://schemas.openxmlformats.org/presentationml/2006/main">
  <p:tag name="KSO_WM_UNIT_TEXT_FILL_FORE_SCHEMECOLOR_INDEX" val="5"/>
  <p:tag name="KSO_WM_UNIT_TEXT_FILL_TYPE" val="1"/>
  <p:tag name="KSO_WM_UNIT_USESOURCEFORMAT_APPLY" val="1"/>
  <p:tag name="KSO_WM_UNIT_HIGHLIGHT" val="0"/>
  <p:tag name="KSO_WM_UNIT_COMPATIBLE" val="0"/>
  <p:tag name="KSO_WM_UNIT_DIAGRAM_ISNUMVISUAL" val="0"/>
  <p:tag name="KSO_WM_UNIT_DIAGRAM_ISREFERUNIT" val="0"/>
  <p:tag name="KSO_WM_UNIT_ID" val="custom20218281_5*l_h_i*1_3_2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DIAGRAM_GROUP_CODE" val="l1-1"/>
  <p:tag name="KSO_WM_UNIT_SUBTYPE" val="d"/>
  <p:tag name="KSO_WM_UNIT_TYPE" val="l_h_i"/>
  <p:tag name="KSO_WM_UNIT_INDEX" val="1_3_2"/>
  <p:tag name="KSO_WM_UNIT_SPLIT_INFO" val="{&quot;type&quot;:&quot;i&quot;,&quot;index&quot;:&quot;6&quot;}"/>
</p:tagLst>
</file>

<file path=ppt/tags/tag137.xml><?xml version="1.0" encoding="utf-8"?>
<p:tagLst xmlns:p="http://schemas.openxmlformats.org/presentationml/2006/main">
  <p:tag name="KSO_WM_UNIT_ISCONTENTS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custom20218281_5*l_h_a*1_3_1"/>
  <p:tag name="KSO_WM_TEMPLATE_CATEGORY" val="custom"/>
  <p:tag name="KSO_WM_TEMPLATE_INDEX" val="20218281"/>
  <p:tag name="KSO_WM_UNIT_LAYERLEVEL" val="1_1_1"/>
  <p:tag name="KSO_WM_TAG_VERSION" val="1.0"/>
  <p:tag name="KSO_WM_BEAUTIFY_FLAG" val="#wm#"/>
  <p:tag name="KSO_WM_UNIT_ISNUMDGMTITLE" val="0"/>
  <p:tag name="KSO_WM_UNIT_TEXT_FILL_FORE_SCHEMECOLOR_INDEX_BRIGHTNESS" val="0.35"/>
  <p:tag name="KSO_WM_UNIT_TEXT_FILL_FORE_SCHEMECOLOR_INDEX" val="13"/>
  <p:tag name="KSO_WM_UNIT_TEXT_FILL_TYPE" val="1"/>
  <p:tag name="KSO_WM_UNIT_USESOURCEFORMAT_APPLY" val="1"/>
  <p:tag name="KSO_WM_UNIT_PRESET_TEXT" val="结果分析"/>
  <p:tag name="KSO_WM_DIAGRAM_GROUP_CODE" val="l1-1"/>
  <p:tag name="KSO_WM_UNIT_TYPE" val="l_h_a"/>
  <p:tag name="KSO_WM_UNIT_INDEX" val="1_3_1"/>
  <p:tag name="KSO_WM_UNIT_SPLIT_INFO" val="{&quot;paras&quot;:[{&quot;type&quot;:&quot;pa&quot;,&quot;index&quot;:&quot;8&quot;}]}"/>
</p:tagLst>
</file>

<file path=ppt/tags/tag138.xml><?xml version="1.0" encoding="utf-8"?>
<p:tagLst xmlns:p="http://schemas.openxmlformats.org/presentationml/2006/main">
  <p:tag name="KSO_WM_SLIDE_ID" val="custom20218281_5"/>
  <p:tag name="KSO_WM_TEMPLATE_SUBCATEGORY" val="0"/>
  <p:tag name="KSO_WM_TEMPLATE_MASTER_TYPE" val="1"/>
  <p:tag name="KSO_WM_TEMPLATE_COLOR_TYPE" val="0"/>
  <p:tag name="KSO_WM_SLIDE_ITEM_CNT" val="6"/>
  <p:tag name="KSO_WM_SLIDE_INDEX" val="5"/>
  <p:tag name="KSO_WM_TAG_VERSION" val="1.0"/>
  <p:tag name="KSO_WM_BEAUTIFY_FLAG" val="#wm#"/>
  <p:tag name="KSO_WM_TEMPLATE_CATEGORY" val="custom"/>
  <p:tag name="KSO_WM_TEMPLATE_INDEX" val="20218281"/>
  <p:tag name="KSO_WM_SLIDE_LAYOUT" val="a_b_l"/>
  <p:tag name="KSO_WM_SLIDE_LAYOUT_CNT" val="1_1_1"/>
  <p:tag name="KSO_WM_SLIDE_TYPE" val="contents"/>
  <p:tag name="KSO_WM_SLIDE_SUBTYPE" val="diag"/>
  <p:tag name="KSO_WM_DIAGRAM_GROUP_CODE" val="l1-1"/>
  <p:tag name="KSO_WM_SLIDE_DIAGTYPE" val="l"/>
  <p:tag name="KSO_WM_SPECIAL_SOURCE" val="bdnull"/>
</p:tagLst>
</file>

<file path=ppt/tags/tag139.xml><?xml version="1.0" encoding="utf-8"?>
<p:tagLst xmlns:p="http://schemas.openxmlformats.org/presentationml/2006/main">
  <p:tag name="KSO_WM_UNIT_PRESET_TEXT" val="01"/>
  <p:tag name="KSO_WM_UNIT_NOCLEAR" val="0"/>
  <p:tag name="KSO_WM_UNIT_VALUE" val="1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18281_6*e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140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回顾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6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141.xml><?xml version="1.0" encoding="utf-8"?>
<p:tagLst xmlns:p="http://schemas.openxmlformats.org/presentationml/2006/main">
  <p:tag name="KSO_WM_SLIDE_ID" val="custom20218281_6"/>
  <p:tag name="KSO_WM_TEMPLATE_SUBCATEGORY" val="0"/>
  <p:tag name="KSO_WM_TEMPLATE_MASTER_TYPE" val="1"/>
  <p:tag name="KSO_WM_TEMPLATE_COLOR_TYPE" val="0"/>
  <p:tag name="KSO_WM_SLIDE_ITEM_CNT" val="0"/>
  <p:tag name="KSO_WM_SLIDE_INDEX" val="6"/>
  <p:tag name="KSO_WM_TAG_VERSION" val="1.0"/>
  <p:tag name="KSO_WM_BEAUTIFY_FLAG" val="#wm#"/>
  <p:tag name="KSO_WM_TEMPLATE_CATEGORY" val="custom"/>
  <p:tag name="KSO_WM_TEMPLATE_INDEX" val="20218281"/>
  <p:tag name="KSO_WM_SLIDE_TYPE" val="sectionTitle"/>
  <p:tag name="KSO_WM_SLIDE_SUBTYPE" val="pureTxt"/>
  <p:tag name="KSO_WM_SLIDE_LAYOUT" val="a_e_f"/>
  <p:tag name="KSO_WM_SLIDE_LAYOUT_CNT" val="1_1_1"/>
  <p:tag name="KSO_WM_SPECIAL_SOURCE" val="bdnull"/>
</p:tagLst>
</file>

<file path=ppt/tags/tag14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45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4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47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51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5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53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57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58.xml><?xml version="1.0" encoding="utf-8"?>
<p:tagLst xmlns:p="http://schemas.openxmlformats.org/presentationml/2006/main">
  <p:tag name="KSO_WM_UNIT_PRESET_TEXT" val="01"/>
  <p:tag name="KSO_WM_UNIT_NOCLEAR" val="0"/>
  <p:tag name="KSO_WM_UNIT_VALUE" val="1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18281_6*e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159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回顾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6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160.xml><?xml version="1.0" encoding="utf-8"?>
<p:tagLst xmlns:p="http://schemas.openxmlformats.org/presentationml/2006/main">
  <p:tag name="KSO_WM_SLIDE_ID" val="custom20218281_6"/>
  <p:tag name="KSO_WM_TEMPLATE_SUBCATEGORY" val="0"/>
  <p:tag name="KSO_WM_TEMPLATE_MASTER_TYPE" val="1"/>
  <p:tag name="KSO_WM_TEMPLATE_COLOR_TYPE" val="0"/>
  <p:tag name="KSO_WM_SLIDE_ITEM_CNT" val="0"/>
  <p:tag name="KSO_WM_SLIDE_INDEX" val="6"/>
  <p:tag name="KSO_WM_TAG_VERSION" val="1.0"/>
  <p:tag name="KSO_WM_BEAUTIFY_FLAG" val="#wm#"/>
  <p:tag name="KSO_WM_TEMPLATE_CATEGORY" val="custom"/>
  <p:tag name="KSO_WM_TEMPLATE_INDEX" val="20218281"/>
  <p:tag name="KSO_WM_SLIDE_TYPE" val="sectionTitle"/>
  <p:tag name="KSO_WM_SLIDE_SUBTYPE" val="pureTxt"/>
  <p:tag name="KSO_WM_SLIDE_LAYOUT" val="a_e_f"/>
  <p:tag name="KSO_WM_SLIDE_LAYOUT_CNT" val="1_1_1"/>
  <p:tag name="KSO_WM_SPECIAL_SOURCE" val="bdnull"/>
</p:tagLst>
</file>

<file path=ppt/tags/tag16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62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66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6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68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72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7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76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77.xml><?xml version="1.0" encoding="utf-8"?>
<p:tagLst xmlns:p="http://schemas.openxmlformats.org/presentationml/2006/main">
  <p:tag name="KSO_WM_UNIT_PRESET_TEXT" val="01"/>
  <p:tag name="KSO_WM_UNIT_NOCLEAR" val="0"/>
  <p:tag name="KSO_WM_UNIT_VALUE" val="1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18281_6*e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178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回顾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6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179.xml><?xml version="1.0" encoding="utf-8"?>
<p:tagLst xmlns:p="http://schemas.openxmlformats.org/presentationml/2006/main">
  <p:tag name="KSO_WM_SLIDE_ID" val="custom20218281_6"/>
  <p:tag name="KSO_WM_TEMPLATE_SUBCATEGORY" val="0"/>
  <p:tag name="KSO_WM_TEMPLATE_MASTER_TYPE" val="1"/>
  <p:tag name="KSO_WM_TEMPLATE_COLOR_TYPE" val="0"/>
  <p:tag name="KSO_WM_SLIDE_ITEM_CNT" val="0"/>
  <p:tag name="KSO_WM_SLIDE_INDEX" val="6"/>
  <p:tag name="KSO_WM_TAG_VERSION" val="1.0"/>
  <p:tag name="KSO_WM_BEAUTIFY_FLAG" val="#wm#"/>
  <p:tag name="KSO_WM_TEMPLATE_CATEGORY" val="custom"/>
  <p:tag name="KSO_WM_TEMPLATE_INDEX" val="20218281"/>
  <p:tag name="KSO_WM_SLIDE_TYPE" val="sectionTitle"/>
  <p:tag name="KSO_WM_SLIDE_SUBTYPE" val="pureTxt"/>
  <p:tag name="KSO_WM_SLIDE_LAYOUT" val="a_e_f"/>
  <p:tag name="KSO_WM_SLIDE_LAYOUT_CNT" val="1_1_1"/>
  <p:tag name="KSO_WM_SPECIAL_SOURCE" val="bdnull"/>
</p:tagLst>
</file>

<file path=ppt/tags/tag18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81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85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8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87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91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92.xml><?xml version="1.0" encoding="utf-8"?>
<p:tagLst xmlns:p="http://schemas.openxmlformats.org/presentationml/2006/main">
  <p:tag name="KSO_WM_UNIT_PRESET_TEXT" val="01"/>
  <p:tag name="KSO_WM_UNIT_NOCLEAR" val="0"/>
  <p:tag name="KSO_WM_UNIT_VALUE" val="1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18281_6*e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193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回顾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6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194.xml><?xml version="1.0" encoding="utf-8"?>
<p:tagLst xmlns:p="http://schemas.openxmlformats.org/presentationml/2006/main">
  <p:tag name="KSO_WM_SLIDE_ID" val="custom20218281_6"/>
  <p:tag name="KSO_WM_TEMPLATE_SUBCATEGORY" val="0"/>
  <p:tag name="KSO_WM_TEMPLATE_MASTER_TYPE" val="1"/>
  <p:tag name="KSO_WM_TEMPLATE_COLOR_TYPE" val="0"/>
  <p:tag name="KSO_WM_SLIDE_ITEM_CNT" val="0"/>
  <p:tag name="KSO_WM_SLIDE_INDEX" val="6"/>
  <p:tag name="KSO_WM_TAG_VERSION" val="1.0"/>
  <p:tag name="KSO_WM_BEAUTIFY_FLAG" val="#wm#"/>
  <p:tag name="KSO_WM_TEMPLATE_CATEGORY" val="custom"/>
  <p:tag name="KSO_WM_TEMPLATE_INDEX" val="20218281"/>
  <p:tag name="KSO_WM_SLIDE_TYPE" val="sectionTitle"/>
  <p:tag name="KSO_WM_SLIDE_SUBTYPE" val="pureTxt"/>
  <p:tag name="KSO_WM_SLIDE_LAYOUT" val="a_e_f"/>
  <p:tag name="KSO_WM_SLIDE_LAYOUT_CNT" val="1_1_1"/>
  <p:tag name="KSO_WM_SPECIAL_SOURCE" val="bdnull"/>
</p:tagLst>
</file>

<file path=ppt/tags/tag19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198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199.xml><?xml version="1.0" encoding="utf-8"?>
<p:tagLst xmlns:p="http://schemas.openxmlformats.org/presentationml/2006/main">
  <p:tag name="KSO_WM_UNIT_PRESET_TEXT" val="01"/>
  <p:tag name="KSO_WM_UNIT_NOCLEAR" val="0"/>
  <p:tag name="KSO_WM_UNIT_VALUE" val="1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18281_6*e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200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回顾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6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201.xml><?xml version="1.0" encoding="utf-8"?>
<p:tagLst xmlns:p="http://schemas.openxmlformats.org/presentationml/2006/main">
  <p:tag name="KSO_WM_SLIDE_ID" val="custom20218281_6"/>
  <p:tag name="KSO_WM_TEMPLATE_SUBCATEGORY" val="0"/>
  <p:tag name="KSO_WM_TEMPLATE_MASTER_TYPE" val="1"/>
  <p:tag name="KSO_WM_TEMPLATE_COLOR_TYPE" val="0"/>
  <p:tag name="KSO_WM_SLIDE_ITEM_CNT" val="0"/>
  <p:tag name="KSO_WM_SLIDE_INDEX" val="6"/>
  <p:tag name="KSO_WM_TAG_VERSION" val="1.0"/>
  <p:tag name="KSO_WM_BEAUTIFY_FLAG" val="#wm#"/>
  <p:tag name="KSO_WM_TEMPLATE_CATEGORY" val="custom"/>
  <p:tag name="KSO_WM_TEMPLATE_INDEX" val="20218281"/>
  <p:tag name="KSO_WM_SLIDE_TYPE" val="sectionTitle"/>
  <p:tag name="KSO_WM_SLIDE_SUBTYPE" val="pureTxt"/>
  <p:tag name="KSO_WM_SLIDE_LAYOUT" val="a_e_f"/>
  <p:tag name="KSO_WM_SLIDE_LAYOUT_CNT" val="1_1_1"/>
  <p:tag name="KSO_WM_SPECIAL_SOURCE" val="bdnull"/>
</p:tagLst>
</file>

<file path=ppt/tags/tag20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205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20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209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210.xml><?xml version="1.0" encoding="utf-8"?>
<p:tagLst xmlns:p="http://schemas.openxmlformats.org/presentationml/2006/main">
  <p:tag name="KSO_WM_UNIT_PRESET_TEXT" val="01"/>
  <p:tag name="KSO_WM_UNIT_NOCLEAR" val="0"/>
  <p:tag name="KSO_WM_UNIT_VALUE" val="1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18281_6*e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211.xml><?xml version="1.0" encoding="utf-8"?>
<p:tagLst xmlns:p="http://schemas.openxmlformats.org/presentationml/2006/main">
  <p:tag name="KSO_WM_UNIT_ISCONTENTSTITLE" val="0"/>
  <p:tag name="KSO_WM_UNIT_ISNUMDGMTITLE" val="0"/>
  <p:tag name="KSO_WM_UNIT_PRESET_TEXT" val="工作回顾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6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2&quot;}]}"/>
</p:tagLst>
</file>

<file path=ppt/tags/tag212.xml><?xml version="1.0" encoding="utf-8"?>
<p:tagLst xmlns:p="http://schemas.openxmlformats.org/presentationml/2006/main">
  <p:tag name="KSO_WM_SLIDE_ID" val="custom20218281_6"/>
  <p:tag name="KSO_WM_TEMPLATE_SUBCATEGORY" val="0"/>
  <p:tag name="KSO_WM_TEMPLATE_MASTER_TYPE" val="1"/>
  <p:tag name="KSO_WM_TEMPLATE_COLOR_TYPE" val="0"/>
  <p:tag name="KSO_WM_SLIDE_ITEM_CNT" val="0"/>
  <p:tag name="KSO_WM_SLIDE_INDEX" val="6"/>
  <p:tag name="KSO_WM_TAG_VERSION" val="1.0"/>
  <p:tag name="KSO_WM_BEAUTIFY_FLAG" val="#wm#"/>
  <p:tag name="KSO_WM_TEMPLATE_CATEGORY" val="custom"/>
  <p:tag name="KSO_WM_TEMPLATE_INDEX" val="20218281"/>
  <p:tag name="KSO_WM_SLIDE_TYPE" val="sectionTitle"/>
  <p:tag name="KSO_WM_SLIDE_SUBTYPE" val="pureTxt"/>
  <p:tag name="KSO_WM_SLIDE_LAYOUT" val="a_e_f"/>
  <p:tag name="KSO_WM_SLIDE_LAYOUT_CNT" val="1_1_1"/>
  <p:tag name="KSO_WM_SPECIAL_SOURCE" val="bdnull"/>
</p:tagLst>
</file>

<file path=ppt/tags/tag21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7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15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PRESET_TEXT" val="单击此处添加大标题内容"/>
  <p:tag name="KSO_WM_UNIT_DEFAULT_FONT" val="24;44;4"/>
  <p:tag name="KSO_WM_UNIT_BLOCK" val="0"/>
  <p:tag name="KSO_WM_CHIP_GROUPID" val="5e7881253197e252a37019b5"/>
  <p:tag name="KSO_WM_CHIP_XID" val="5e7881253197e252a37019b6"/>
  <p:tag name="KSO_WM_UNIT_DEC_AREA_ID" val="0934ade70248484ab2d70312676580f2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t&quot;,&quot;fill_mode&quot;:&quot;full&quot;,&quot;sacle_strategy&quot;:&quot;smart&quot;}"/>
  <p:tag name="KSO_WM_ASSEMBLE_CHIP_INDEX" val="627df8e79bbb4f168a1006eb39d7d817"/>
  <p:tag name="KSO_WM_UNIT_TEXT_FILL_FORE_SCHEMECOLOR_INDEX_BRIGHTNESS" val="0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1&quot;}]}"/>
</p:tagLst>
</file>

<file path=ppt/tags/tag214.xml><?xml version="1.0" encoding="utf-8"?>
<p:tagLst xmlns:p="http://schemas.openxmlformats.org/presentationml/2006/main">
  <p:tag name="KSO_WM_UNIT_TEXT_SUBTYPE" val="a"/>
  <p:tag name="KSO_WM_UNIT_SUBTYPE" val="a"/>
  <p:tag name="KSO_WM_UNIT_PRESET_TEXT" val="单击此处添加正文，文字是您思想的提炼，为了演示发布的良好效果，请言简意赅的阐述您的观点。您的内容已经简明扼要，字字珠玑，但信息却千丝万缕、错综复杂，需要用更多的文字来表述；但请您尽可能提炼思想的精髓，否则容易造成观者的阅读压力，适得其反。正如我们都希望改变世界，希望给别人带去光明，但更多时候我们只需要播下一颗种子，自然有微风吹拂，雨露滋养。恰如其分的表达观点，往往事半功倍。当您的内容到达这个限度时。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18281_15*f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DEFAULT_FONT" val="14;20;2"/>
  <p:tag name="KSO_WM_UNIT_BLOCK" val="0"/>
  <p:tag name="KSO_WM_UNIT_VALUE" val="225"/>
  <p:tag name="KSO_WM_CHIP_GROUPID" val="5e6b05596848fb12bee65ac8"/>
  <p:tag name="KSO_WM_CHIP_XID" val="5e6b05596848fb12bee65aca"/>
  <p:tag name="KSO_WM_UNIT_DEC_AREA_ID" val="442f88eeeaae4b1ba65e6ac5beaebd1a"/>
  <p:tag name="KSO_WM_UNIT_DECORATE_INFO" val="{&quot;ReferentInfo&quot;:{&quot;Id&quot;:&quot;slide&quot;,&quot;X&quot;:{&quot;Pos&quot;:0},&quot;Y&quot;:{&quot;Pos&quot;:0}},&quot;DecorateInfoX&quot;:{&quot;Pos&quot;:0,&quot;IsAbs&quot;:false},&quot;DecorateInfoY&quot;:{&quot;Pos&quot;:0,&quot;IsAbs&quot;:false},&quot;DecorateInfoW&quot;:{&quot;IsAbs&quot;:false},&quot;DecorateInfoH&quot;:{&quot;IsAbs&quot;:false},&quot;whChangeMode&quot;:0}"/>
  <p:tag name="KSO_WM_UNIT_SM_LIMIT_TYPE" val="2"/>
  <p:tag name="KSO_WM_CHIP_FILLAREA_FILL_RULE" val="{&quot;fill_align&quot;:&quot;cm&quot;,&quot;fill_mode&quot;:&quot;full&quot;,&quot;sacle_strategy&quot;:&quot;smart&quot;}"/>
  <p:tag name="KSO_WM_ASSEMBLE_CHIP_INDEX" val="0278132ac34d47c0b96720d6555e134d"/>
  <p:tag name="KSO_WM_UNIT_SUPPORT_UNIT_TYPE" val="[&quot;d&quot;,&quot;β&quot;,&quot;θ&quot;]"/>
  <p:tag name="KSO_WM_UNIT_TEXT_FILL_FORE_SCHEMECOLOR_INDEX_BRIGHTNESS" val="0.25"/>
  <p:tag name="KSO_WM_UNIT_TEXT_FILL_FORE_SCHEMECOLOR_INDEX" val="13"/>
  <p:tag name="KSO_WM_UNIT_TEXT_FILL_TYPE" val="1"/>
  <p:tag name="KSO_WM_TEMPLATE_ASSEMBLE_XID" val="5fd0b9341fa9d42129dd4cad"/>
  <p:tag name="KSO_WM_TEMPLATE_ASSEMBLE_GROUPID" val="5fd0b9341fa9d42129dd4cad"/>
  <p:tag name="KSO_WM_UNIT_SPLIT_INFO" val="{&quot;paras&quot;:[{&quot;type&quot;:&quot;pa&quot;,&quot;index&quot;:&quot;2&quot;}]}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15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2"/>
  <p:tag name="KSO_WM_UNIT_DEC_AREA_ID" val="6f647d862536413eb7c07694bcbc6183"/>
  <p:tag name="KSO_WM_UNIT_DECORATE_INFO" val="{&quot;DecorateInfoH&quot;:{&quot;IsAbs&quot;:false},&quot;DecorateInfoW&quot;:{&quot;IsAbs&quot;:false},&quot;DecorateInfoX&quot;:{&quot;IsAbs&quot;:false,&quot;Pos&quot;:1},&quot;DecorateInfoY&quot;:{&quot;IsAbs&quot;:false,&quot;Pos&quot;:1},&quot;ReferentInfo&quot;:{&quot;Id&quot;:&quot;442f88eeeaae4b1ba65e6ac5beaebd1a&quot;,&quot;X&quot;:{&quot;Pos&quot;:1},&quot;Y&quot;:{&quot;Pos&quot;:1}},&quot;whChangeMode&quot;:1}"/>
  <p:tag name="KSO_WM_CHIP_GROUPID" val="5f5ee1ca4d6848d78f644aed"/>
  <p:tag name="KSO_WM_CHIP_XID" val="5f69675b553136823a5e61e2"/>
  <p:tag name="KSO_WM_UNIT_LINE_FORE_SCHEMECOLOR_INDEX_BRIGHTNESS" val="0"/>
  <p:tag name="KSO_WM_UNIT_LINE_FORE_SCHEMECOLOR_INDEX" val="5"/>
  <p:tag name="KSO_WM_UNIT_LINE_FILL_TYPE" val="2"/>
  <p:tag name="KSO_WM_UNIT_TEXT_FILL_FORE_SCHEMECOLOR_INDEX_BRIGHTNESS" val="0"/>
  <p:tag name="KSO_WM_UNIT_TEXT_FILL_FORE_SCHEMECOLOR_INDEX" val="2"/>
  <p:tag name="KSO_WM_UNIT_TEXT_FILL_TYPE" val="1"/>
  <p:tag name="KSO_WM_UNIT_VALUE" val="450"/>
  <p:tag name="KSO_WM_TEMPLATE_ASSEMBLE_XID" val="5fd0b9341fa9d42129dd4cad"/>
  <p:tag name="KSO_WM_TEMPLATE_ASSEMBLE_GROUPID" val="5fd0b9341fa9d42129dd4cad"/>
  <p:tag name="KSO_WM_UNIT_SPLIT_INFO" val="{&quot;type&quot;:&quot;i&quot;,&quot;index&quot;:&quot;1&quot;}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custom20218281_15*i*2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1844e6ba5855470883ed1dffa5182ee2"/>
  <p:tag name="KSO_WM_UNIT_DECORATE_INFO" val="{&quot;DecorateInfoH&quot;:{&quot;IsAbs&quot;:true},&quot;DecorateInfoW&quot;:{&quot;IsAbs&quot;:true},&quot;DecorateInfoX&quot;:{&quot;IsAbs&quot;:true,&quot;Pos&quot;:0},&quot;DecorateInfoY&quot;:{&quot;IsAbs&quot;:true,&quot;Pos&quot;:0},&quot;ReferentInfo&quot;:{&quot;Id&quot;:&quot;442f88eeeaae4b1ba65e6ac5beaebd1a&quot;,&quot;X&quot;:{&quot;Pos&quot;:2},&quot;Y&quot;:{&quot;Pos&quot;:0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4"/>
  <p:tag name="KSO_WM_TEMPLATE_ASSEMBLE_XID" val="5fd0b9341fa9d42129dd4cad"/>
  <p:tag name="KSO_WM_TEMPLATE_ASSEMBLE_GROUPID" val="5fd0b9341fa9d42129dd4cad"/>
  <p:tag name="KSO_WM_UNIT_SPLIT_INFO" val="{&quot;type&quot;:&quot;i&quot;,&quot;index&quot;:&quot;2&quot;}"/>
</p:tagLst>
</file>

<file path=ppt/tags/tag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custom20218281_15*i*3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BLOCK" val="0"/>
  <p:tag name="KSO_WM_UNIT_SM_LIMIT_TYPE" val="0"/>
  <p:tag name="KSO_WM_UNIT_DEC_AREA_ID" val="5bd04cdeaa3e42cb8981243cf2d4986c"/>
  <p:tag name="KSO_WM_UNIT_DECORATE_INFO" val="{&quot;DecorateInfoH&quot;:{&quot;IsAbs&quot;:true},&quot;DecorateInfoW&quot;:{&quot;IsAbs&quot;:true},&quot;DecorateInfoX&quot;:{&quot;IsAbs&quot;:true,&quot;Pos&quot;:2},&quot;DecorateInfoY&quot;:{&quot;IsAbs&quot;:true,&quot;Pos&quot;:2},&quot;ReferentInfo&quot;:{&quot;Id&quot;:&quot;442f88eeeaae4b1ba65e6ac5beaebd1a&quot;,&quot;X&quot;:{&quot;Pos&quot;:0},&quot;Y&quot;:{&quot;Pos&quot;:2}},&quot;whChangeMode&quot;:0}"/>
  <p:tag name="KSO_WM_CHIP_GROUPID" val="5f5ee1ca4d6848d78f644aed"/>
  <p:tag name="KSO_WM_CHIP_XID" val="5f69675b553136823a5e61e2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2"/>
  <p:tag name="KSO_WM_UNIT_TEXT_FILL_TYPE" val="1"/>
  <p:tag name="KSO_WM_UNIT_VALUE" val="5"/>
  <p:tag name="KSO_WM_TEMPLATE_ASSEMBLE_XID" val="5fd0b9341fa9d42129dd4cad"/>
  <p:tag name="KSO_WM_TEMPLATE_ASSEMBLE_GROUPID" val="5fd0b9341fa9d42129dd4cad"/>
  <p:tag name="KSO_WM_UNIT_SPLIT_INFO" val="{&quot;type&quot;:&quot;i&quot;,&quot;index&quot;:&quot;3&quot;}"/>
</p:tagLst>
</file>

<file path=ppt/tags/tag218.xml><?xml version="1.0" encoding="utf-8"?>
<p:tagLst xmlns:p="http://schemas.openxmlformats.org/presentationml/2006/main">
  <p:tag name="KSO_WM_SLIDE_ID" val="custom20218281_15"/>
  <p:tag name="KSO_WM_TEMPLATE_SUBCATEGORY" val="21"/>
  <p:tag name="KSO_WM_TEMPLATE_MASTER_TYPE" val="1"/>
  <p:tag name="KSO_WM_TEMPLATE_COLOR_TYPE" val="1"/>
  <p:tag name="KSO_WM_SLIDE_TYPE" val="text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18281"/>
  <p:tag name="KSO_WM_SLIDE_LAYOUT" val="a_f"/>
  <p:tag name="KSO_WM_SLIDE_LAYOUT_CNT" val="1_1"/>
  <p:tag name="KSO_WM_TEMPLATE_THUMBS_INDEX" val="1、4、7、12、13、14、15、16、17、18、20、24、25、28、33、36、40、43、44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id&quot;:&quot;2020-12-09T19:47:00&quot;,&quot;maxSize&quot;:{&quot;size1&quot;:31.100000000000001},&quot;minSize&quot;:{&quot;size1&quot;:20},&quot;normalSize&quot;:{&quot;size1&quot;:22.199999999999999},&quot;subLayout&quot;:[{&quot;id&quot;:&quot;2020-12-09T19:47:00&quot;,&quot;margin&quot;:{&quot;bottom&quot;:0.21199998259544373,&quot;left&quot;:1.6929999589920044,&quot;right&quot;:1.6929999589920044,&quot;top&quot;:1.6929999589920044},&quot;type&quot;:0},{&quot;id&quot;:&quot;2020-12-09T19:47:00&quot;,&quot;margin&quot;:{&quot;bottom&quot;:2.1170001029968262,&quot;left&quot;:5.5029997825622559,&quot;right&quot;:5.5029997825622559,&quot;top&quot;:1.6929999589920044},&quot;type&quot;:0}],&quot;type&quot;:0}"/>
  <p:tag name="KSO_WM_SLIDE_BACKGROUND" val="[&quot;general&quot;]"/>
  <p:tag name="KSO_WM_SLIDE_RATIO" val="1.777778"/>
  <p:tag name="KSO_WM_SLIDE_SIZE" val="864*420"/>
  <p:tag name="KSO_WM_SLIDE_POSITION" val="47*48"/>
  <p:tag name="KSO_WM_CHIP_INFOS" val="{&quot;type&quot;:0,&quot;layout_type&quot;:&quot;topbottom&quot;,&quot;layout_feature&quot;:1,&quot;aspect_ratio&quot;:&quot;16:9&quot;,&quot;same_font_size&quot;:false,&quot;diagram&quot;:{&quot;type&quot;:[],&quot;direction&quot;:0,&quot;isSupportDecBetweenItems&quot;:false},&quot;tags&quot;:{&quot;style&quot;:[&quot;商务&quot;,&quot;简约&quot;,&quot;文艺清新&quot;,&quot;中国风&quot;,&quot;卡通&quot;,&quot;欧美风&quot;,&quot;黑板风&quot;,&quot;渐变风&quot;,&quot;党政风&quot;]},&quot;slide_type&quot;:[&quot;text&quot;]}"/>
  <p:tag name="KSO_WM_CHIP_XID" val="5f69675b553136823a5e61e2"/>
  <p:tag name="KSO_WM_CHIP_FILLPROP" val="[[{&quot;text_align&quot;:&quot;ct&quot;,&quot;text_direction&quot;:&quot;horizontal&quot;,&quot;support_big_font&quot;:false,&quot;fill_id&quot;:&quot;f4e552a498f24ec88a7a49012f3332fe&quot;,&quot;fill_align&quot;:&quot;ct&quot;,&quot;chip_types&quot;:[&quot;header&quot;]},{&quot;text_align&quot;:&quot;lm&quot;,&quot;text_direction&quot;:&quot;horizontal&quot;,&quot;support_big_font&quot;:false,&quot;fill_id&quot;:&quot;174da224636a4d3fbb0d51f2ce0d7c1d&quot;,&quot;fill_align&quot;:&quot;cm&quot;,&quot;chip_types&quot;:[&quot;pictext&quot;,&quot;text&quot;,&quot;picture&quot;,&quot;table&quot;,&quot;video&quot;]}]]"/>
  <p:tag name="FIXED_XID_TMP" val="5f5ee1ca4d6848d78f644aed"/>
  <p:tag name="KSO_WM_CHIP_DECFILLPROP" val="[]"/>
  <p:tag name="KSO_WM_SLIDE_CAN_ADD_NAVIGATION" val="1"/>
  <p:tag name="KSO_WM_CHIP_GROUPID" val="5f5ee1ca4d6848d78f644aed"/>
  <p:tag name="KSO_WM_SLIDE_BK_DARK_LIGHT" val="2"/>
  <p:tag name="KSO_WM_SLIDE_BACKGROUND_TYPE" val="general"/>
  <p:tag name="KSO_WM_SLIDE_SUPPORT_FEATURE_TYPE" val="0"/>
  <p:tag name="KSO_WM_TEMPLATE_ASSEMBLE_XID" val="5fd0b9341fa9d42129dd4cad"/>
  <p:tag name="KSO_WM_TEMPLATE_ASSEMBLE_GROUPID" val="5fd0b9341fa9d42129dd4cad"/>
  <p:tag name="KSO_WM_SPECIAL_SOURCE" val="bdnull"/>
</p:tagLst>
</file>

<file path=ppt/tags/tag219.xml><?xml version="1.0" encoding="utf-8"?>
<p:tagLst xmlns:p="http://schemas.openxmlformats.org/presentationml/2006/main">
  <p:tag name="KSO_WM_UNIT_ISCONTENTSTITLE" val="0"/>
  <p:tag name="KSO_WM_UNIT_ISNUMDGMTITLE" val="0"/>
  <p:tag name="KSO_WM_UNIT_PRESET_TEXT" val="谢谢观看"/>
  <p:tag name="KSO_WM_UNIT_NOCLEAR" val="0"/>
  <p:tag name="KSO_WM_UNIT_VALUE" val="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18281_20*a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paras&quot;:[{&quot;type&quot;:&quot;pa&quot;,&quot;index&quot;:&quot;1&quot;}]}"/>
</p:tagLst>
</file>

<file path=ppt/tags/tag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custom20218281_20*i*1"/>
  <p:tag name="KSO_WM_TEMPLATE_CATEGORY" val="custom"/>
  <p:tag name="KSO_WM_TEMPLATE_INDEX" val="20218281"/>
  <p:tag name="KSO_WM_UNIT_LAYERLEVEL" val="1"/>
  <p:tag name="KSO_WM_TAG_VERSION" val="1.0"/>
  <p:tag name="KSO_WM_BEAUTIFY_FLAG" val="#wm#"/>
  <p:tag name="KSO_WM_UNIT_SPLIT_INFO" val="{&quot;type&quot;:&quot;i&quot;,&quot;index&quot;:&quot;1&quot;}"/>
  <p:tag name="KSO_WM_UNIT_PRESET_TEXT" val="THANKS"/>
</p:tagLst>
</file>

<file path=ppt/tags/tag221.xml><?xml version="1.0" encoding="utf-8"?>
<p:tagLst xmlns:p="http://schemas.openxmlformats.org/presentationml/2006/main">
  <p:tag name="KSO_WM_SLIDE_ID" val="custom20218281_20"/>
  <p:tag name="KSO_WM_TEMPLATE_SUBCATEGORY" val="0"/>
  <p:tag name="KSO_WM_TEMPLATE_MASTER_TYPE" val="1"/>
  <p:tag name="KSO_WM_TEMPLATE_COLOR_TYPE" val="0"/>
  <p:tag name="KSO_WM_SLIDE_ITEM_CNT" val="0"/>
  <p:tag name="KSO_WM_SLIDE_INDEX" val="20"/>
  <p:tag name="KSO_WM_TAG_VERSION" val="1.0"/>
  <p:tag name="KSO_WM_BEAUTIFY_FLAG" val="#wm#"/>
  <p:tag name="KSO_WM_TEMPLATE_CATEGORY" val="custom"/>
  <p:tag name="KSO_WM_TEMPLATE_INDEX" val="20218281"/>
  <p:tag name="KSO_WM_SLIDE_TYPE" val="endPage"/>
  <p:tag name="KSO_WM_SLIDE_SUBTYPE" val="pureTxt"/>
  <p:tag name="KSO_WM_SLIDE_LAYOUT" val="a_j"/>
  <p:tag name="KSO_WM_SLIDE_LAYOUT_CNT" val="1_1"/>
  <p:tag name="KSO_WM_SPECIAL_SOURCE" val="bdnull"/>
</p:tagLst>
</file>

<file path=ppt/theme/theme1.xml><?xml version="1.0" encoding="utf-8"?>
<a:theme xmlns:a="http://schemas.openxmlformats.org/drawingml/2006/main" name="1_Office 主题​​">
  <a:themeElements>
    <a:clrScheme name="极简3">
      <a:dk1>
        <a:sysClr val="windowText" lastClr="000000"/>
      </a:dk1>
      <a:lt1>
        <a:sysClr val="window" lastClr="FFFFFF"/>
      </a:lt1>
      <a:dk2>
        <a:srgbClr val="F5F7F8"/>
      </a:dk2>
      <a:lt2>
        <a:srgbClr val="FFFFFF"/>
      </a:lt2>
      <a:accent1>
        <a:srgbClr val="002060"/>
      </a:accent1>
      <a:accent2>
        <a:srgbClr val="1B3366"/>
      </a:accent2>
      <a:accent3>
        <a:srgbClr val="36466D"/>
      </a:accent3>
      <a:accent4>
        <a:srgbClr val="45546A"/>
      </a:accent4>
      <a:accent5>
        <a:srgbClr val="485B5D"/>
      </a:accent5>
      <a:accent6>
        <a:srgbClr val="4B6250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1498</Words>
  <Application>WPS 演示</Application>
  <PresentationFormat>宽屏</PresentationFormat>
  <Paragraphs>116</Paragraphs>
  <Slides>21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0" baseType="lpstr">
      <vt:lpstr>Arial</vt:lpstr>
      <vt:lpstr>方正书宋_GBK</vt:lpstr>
      <vt:lpstr>Wingdings</vt:lpstr>
      <vt:lpstr>微软雅黑</vt:lpstr>
      <vt:lpstr>汉仪旗黑</vt:lpstr>
      <vt:lpstr>Arial Bold</vt:lpstr>
      <vt:lpstr>汉仪长宋简</vt:lpstr>
      <vt:lpstr>Segoe UI</vt:lpstr>
      <vt:lpstr>OPPOSans-H</vt:lpstr>
      <vt:lpstr>Thonburi</vt:lpstr>
      <vt:lpstr>宋体</vt:lpstr>
      <vt:lpstr>Arial Unicode MS</vt:lpstr>
      <vt:lpstr>汉仪书宋二KW</vt:lpstr>
      <vt:lpstr>苹方-简</vt:lpstr>
      <vt:lpstr>微软雅黑</vt:lpstr>
      <vt:lpstr>华文宋体</vt:lpstr>
      <vt:lpstr>Calibri</vt:lpstr>
      <vt:lpstr>Helvetica Neue</vt:lpstr>
      <vt:lpstr>1_Office 主题​​</vt:lpstr>
      <vt:lpstr>iOS开发中的网络请求框架</vt:lpstr>
      <vt:lpstr>PowerPoint 演示文稿</vt:lpstr>
      <vt:lpstr>HTTP协议简介</vt:lpstr>
      <vt:lpstr>PowerPoint 演示文稿</vt:lpstr>
      <vt:lpstr>PowerPoint 演示文稿</vt:lpstr>
      <vt:lpstr>PowerPoint 演示文稿</vt:lpstr>
      <vt:lpstr>HTTP缓存介绍</vt:lpstr>
      <vt:lpstr>PowerPoint 演示文稿</vt:lpstr>
      <vt:lpstr>PowerPoint 演示文稿</vt:lpstr>
      <vt:lpstr>PowerPoint 演示文稿</vt:lpstr>
      <vt:lpstr>iOS中的网络请求</vt:lpstr>
      <vt:lpstr>PowerPoint 演示文稿</vt:lpstr>
      <vt:lpstr>PowerPoint 演示文稿</vt:lpstr>
      <vt:lpstr>AFNetworking</vt:lpstr>
      <vt:lpstr>PowerPoint 演示文稿</vt:lpstr>
      <vt:lpstr>YTKNetwork</vt:lpstr>
      <vt:lpstr>PowerPoint 演示文稿</vt:lpstr>
      <vt:lpstr>PowerPoint 演示文稿</vt:lpstr>
      <vt:lpstr>对比</vt:lpstr>
      <vt:lpstr>PowerPoint 演示文稿</vt:lpstr>
      <vt:lpstr>谢谢观看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scfhao</dc:creator>
  <cp:lastModifiedBy>scfhao</cp:lastModifiedBy>
  <cp:revision>10</cp:revision>
  <dcterms:created xsi:type="dcterms:W3CDTF">2022-08-25T09:00:02Z</dcterms:created>
  <dcterms:modified xsi:type="dcterms:W3CDTF">2022-08-25T09:00:02Z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2052-3.8.1.6116</vt:lpwstr>
  </property>
  <property fmtid="{D5CDD505-2E9C-101B-9397-08002B2CF9AE}" pid="3" name="ICV">
    <vt:lpwstr>DCD458B15ACC193457D106631C87E20A</vt:lpwstr>
  </property>
</Properties>
</file>